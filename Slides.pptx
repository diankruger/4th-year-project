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notesMasterIdLst>
    <p:notesMasterId r:id="rId20"/>
  </p:notesMasterIdLst>
  <p:sldIdLst>
    <p:sldId id="2767" r:id="rId5"/>
    <p:sldId id="258" r:id="rId6"/>
    <p:sldId id="261" r:id="rId7"/>
    <p:sldId id="257" r:id="rId8"/>
    <p:sldId id="269" r:id="rId9"/>
    <p:sldId id="260" r:id="rId10"/>
    <p:sldId id="2769" r:id="rId11"/>
    <p:sldId id="2768" r:id="rId12"/>
    <p:sldId id="2770" r:id="rId13"/>
    <p:sldId id="2771" r:id="rId14"/>
    <p:sldId id="263" r:id="rId15"/>
    <p:sldId id="265" r:id="rId16"/>
    <p:sldId id="2772" r:id="rId17"/>
    <p:sldId id="270" r:id="rId18"/>
    <p:sldId id="2773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95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2D05EE-1874-40CA-ACBB-AAFE8CEAEC56}" type="datetimeFigureOut">
              <a:t>7/21/2026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9B9498-FDEE-4498-AC3A-C83DFCC8A50A}" type="slidenum"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0776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65C32D-63EE-4133-9108-A2BD34E475D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71621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10727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6FDF7-88FE-6C61-6888-08708791D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DD563D-C1F1-B643-3362-DF241AAE63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7361A3-6EF9-AC7D-4422-518F9F7968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8F05E3-8F8D-B907-8982-3DC1C54148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65C32D-63EE-4133-9108-A2BD34E475D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01035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1172" y="3425399"/>
            <a:ext cx="7685140" cy="2621154"/>
          </a:xfrm>
        </p:spPr>
        <p:txBody>
          <a:bodyPr anchor="b">
            <a:noAutofit/>
          </a:bodyPr>
          <a:lstStyle>
            <a:lvl1pPr algn="l">
              <a:defRPr sz="720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1172" y="415057"/>
            <a:ext cx="7685139" cy="1414091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04EF954-66B1-4168-AF40-97F3DAF43FC4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4C450F2-3BB4-4AE4-8A35-A9D7AEA4C85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13510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172" y="553616"/>
            <a:ext cx="7914087" cy="4008859"/>
          </a:xfrm>
        </p:spPr>
        <p:txBody>
          <a:bodyPr anchor="t">
            <a:normAutofit/>
          </a:bodyPr>
          <a:lstStyle>
            <a:lvl1pPr>
              <a:defRPr sz="600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1172" y="5088156"/>
            <a:ext cx="7914087" cy="1166648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1172" y="6490524"/>
            <a:ext cx="2841959" cy="336141"/>
          </a:xfrm>
        </p:spPr>
        <p:txBody>
          <a:bodyPr/>
          <a:lstStyle/>
          <a:p>
            <a:fld id="{26233410-150A-4A72-BF63-6D3ACBC30148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93370" y="6490524"/>
            <a:ext cx="2662834" cy="336141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41002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1_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172" y="553616"/>
            <a:ext cx="7914087" cy="4008859"/>
          </a:xfrm>
        </p:spPr>
        <p:txBody>
          <a:bodyPr anchor="t">
            <a:normAutofit/>
          </a:bodyPr>
          <a:lstStyle>
            <a:lvl1pPr>
              <a:defRPr sz="600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1172" y="5088156"/>
            <a:ext cx="7914087" cy="1166648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1172" y="6490524"/>
            <a:ext cx="2841959" cy="336141"/>
          </a:xfrm>
        </p:spPr>
        <p:txBody>
          <a:bodyPr/>
          <a:lstStyle/>
          <a:p>
            <a:fld id="{91AF1D09-6B76-4716-AD3D-9F53166D3BF5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93370" y="6490524"/>
            <a:ext cx="2662834" cy="336141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7205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172" y="293302"/>
            <a:ext cx="11125032" cy="96510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172" y="1384847"/>
            <a:ext cx="11125032" cy="49051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1D4C7-8630-4B98-978C-30388BBD4EE8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4443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5276088"/>
            <a:ext cx="11347704" cy="786384"/>
          </a:xfrm>
        </p:spPr>
        <p:txBody>
          <a:bodyPr anchor="b">
            <a:normAutofit/>
          </a:bodyPr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5980176"/>
            <a:ext cx="11347704" cy="53035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A9E06FED-92D3-C4D6-28D7-600D842F7AC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1733150" cy="5135804"/>
          </a:xfrm>
          <a:custGeom>
            <a:avLst/>
            <a:gdLst>
              <a:gd name="connsiteX0" fmla="*/ 0 w 11733150"/>
              <a:gd name="connsiteY0" fmla="*/ 0 h 5135804"/>
              <a:gd name="connsiteX1" fmla="*/ 11733150 w 11733150"/>
              <a:gd name="connsiteY1" fmla="*/ 0 h 5135804"/>
              <a:gd name="connsiteX2" fmla="*/ 11733150 w 11733150"/>
              <a:gd name="connsiteY2" fmla="*/ 4533808 h 5135804"/>
              <a:gd name="connsiteX3" fmla="*/ 11131154 w 11733150"/>
              <a:gd name="connsiteY3" fmla="*/ 5135804 h 5135804"/>
              <a:gd name="connsiteX4" fmla="*/ 0 w 11733150"/>
              <a:gd name="connsiteY4" fmla="*/ 5135804 h 5135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33150" h="5135804">
                <a:moveTo>
                  <a:pt x="0" y="0"/>
                </a:moveTo>
                <a:lnTo>
                  <a:pt x="11733150" y="0"/>
                </a:lnTo>
                <a:lnTo>
                  <a:pt x="11733150" y="4533808"/>
                </a:lnTo>
                <a:cubicBezTo>
                  <a:pt x="11733150" y="4866281"/>
                  <a:pt x="11463627" y="5135804"/>
                  <a:pt x="11131154" y="5135804"/>
                </a:cubicBezTo>
                <a:lnTo>
                  <a:pt x="0" y="5135804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519672"/>
            <a:ext cx="3494314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8C13480A-5F85-4A30-80F2-F92581C6474C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6519672"/>
            <a:ext cx="2805405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519672"/>
            <a:ext cx="429207" cy="365125"/>
          </a:xfrm>
        </p:spPr>
        <p:txBody>
          <a:bodyPr vert="horz" lIns="91440" tIns="45720" rIns="91440" bIns="45720" rtlCol="0" anchor="ctr"/>
          <a:lstStyle>
            <a:lvl1pPr>
              <a:defRPr lang="en-US" smtClean="0">
                <a:solidFill>
                  <a:schemeClr val="bg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61847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11480"/>
            <a:ext cx="4590288" cy="3739896"/>
          </a:xfrm>
        </p:spPr>
        <p:txBody>
          <a:bodyPr anchor="t">
            <a:normAutofit/>
          </a:bodyPr>
          <a:lstStyle>
            <a:lvl1pPr algn="l">
              <a:defRPr sz="5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5" name="Picture Placeholder 6">
            <a:extLst>
              <a:ext uri="{FF2B5EF4-FFF2-40B4-BE49-F238E27FC236}">
                <a16:creationId xmlns:a16="http://schemas.microsoft.com/office/drawing/2014/main" id="{3D161DAC-42AF-C3D9-37A1-04B90F30DEE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86160" y="0"/>
            <a:ext cx="6605841" cy="6399152"/>
          </a:xfrm>
          <a:custGeom>
            <a:avLst/>
            <a:gdLst>
              <a:gd name="connsiteX0" fmla="*/ 0 w 6605841"/>
              <a:gd name="connsiteY0" fmla="*/ 0 h 6399152"/>
              <a:gd name="connsiteX1" fmla="*/ 6605841 w 6605841"/>
              <a:gd name="connsiteY1" fmla="*/ 0 h 6399152"/>
              <a:gd name="connsiteX2" fmla="*/ 6605841 w 6605841"/>
              <a:gd name="connsiteY2" fmla="*/ 6399152 h 6399152"/>
              <a:gd name="connsiteX3" fmla="*/ 601995 w 6605841"/>
              <a:gd name="connsiteY3" fmla="*/ 6399152 h 6399152"/>
              <a:gd name="connsiteX4" fmla="*/ 0 w 6605841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05841" h="6399152">
                <a:moveTo>
                  <a:pt x="0" y="0"/>
                </a:moveTo>
                <a:lnTo>
                  <a:pt x="6605841" y="0"/>
                </a:lnTo>
                <a:lnTo>
                  <a:pt x="6605841" y="6399152"/>
                </a:lnTo>
                <a:lnTo>
                  <a:pt x="601995" y="6399152"/>
                </a:lnTo>
                <a:cubicBezTo>
                  <a:pt x="269522" y="6399152"/>
                  <a:pt x="0" y="6129629"/>
                  <a:pt x="0" y="5797156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B2BF18D3-87BE-4A2D-AD2C-B21E415FD900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77403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11480"/>
            <a:ext cx="5330952" cy="3739896"/>
          </a:xfrm>
        </p:spPr>
        <p:txBody>
          <a:bodyPr anchor="t">
            <a:normAutofit/>
          </a:bodyPr>
          <a:lstStyle>
            <a:lvl1pPr algn="l">
              <a:defRPr sz="6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4873752"/>
            <a:ext cx="4517136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DEE3B02A-3B83-3083-3F07-26E25C6C135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517248" y="0"/>
            <a:ext cx="5674753" cy="6399152"/>
          </a:xfrm>
          <a:custGeom>
            <a:avLst/>
            <a:gdLst>
              <a:gd name="connsiteX0" fmla="*/ 0 w 5674753"/>
              <a:gd name="connsiteY0" fmla="*/ 0 h 6399152"/>
              <a:gd name="connsiteX1" fmla="*/ 5674753 w 5674753"/>
              <a:gd name="connsiteY1" fmla="*/ 0 h 6399152"/>
              <a:gd name="connsiteX2" fmla="*/ 5674753 w 5674753"/>
              <a:gd name="connsiteY2" fmla="*/ 6399152 h 6399152"/>
              <a:gd name="connsiteX3" fmla="*/ 601996 w 5674753"/>
              <a:gd name="connsiteY3" fmla="*/ 6399152 h 6399152"/>
              <a:gd name="connsiteX4" fmla="*/ 0 w 5674753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74753" h="6399152">
                <a:moveTo>
                  <a:pt x="0" y="0"/>
                </a:moveTo>
                <a:lnTo>
                  <a:pt x="5674753" y="0"/>
                </a:lnTo>
                <a:lnTo>
                  <a:pt x="5674753" y="6399152"/>
                </a:lnTo>
                <a:lnTo>
                  <a:pt x="601996" y="6399152"/>
                </a:lnTo>
                <a:cubicBezTo>
                  <a:pt x="269523" y="6399152"/>
                  <a:pt x="0" y="6129629"/>
                  <a:pt x="0" y="5797156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73F0B94E-0195-4FC9-AEFD-CCBB878ACEDF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932866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69480" y="411480"/>
            <a:ext cx="4361688" cy="3968496"/>
          </a:xfrm>
        </p:spPr>
        <p:txBody>
          <a:bodyPr anchor="t">
            <a:normAutofit/>
          </a:bodyPr>
          <a:lstStyle>
            <a:lvl1pPr algn="l">
              <a:defRPr sz="5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6948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" name="Picture Placeholder 6">
            <a:extLst>
              <a:ext uri="{FF2B5EF4-FFF2-40B4-BE49-F238E27FC236}">
                <a16:creationId xmlns:a16="http://schemas.microsoft.com/office/drawing/2014/main" id="{1D6AB98B-BD95-F9FC-BB22-1A89B6EE324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04503" cy="6399152"/>
          </a:xfrm>
          <a:custGeom>
            <a:avLst/>
            <a:gdLst>
              <a:gd name="connsiteX0" fmla="*/ 0 w 6604503"/>
              <a:gd name="connsiteY0" fmla="*/ 0 h 6399152"/>
              <a:gd name="connsiteX1" fmla="*/ 6604503 w 6604503"/>
              <a:gd name="connsiteY1" fmla="*/ 0 h 6399152"/>
              <a:gd name="connsiteX2" fmla="*/ 6604503 w 6604503"/>
              <a:gd name="connsiteY2" fmla="*/ 5797156 h 6399152"/>
              <a:gd name="connsiteX3" fmla="*/ 6002507 w 6604503"/>
              <a:gd name="connsiteY3" fmla="*/ 6399152 h 6399152"/>
              <a:gd name="connsiteX4" fmla="*/ 0 w 6604503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04503" h="6399152">
                <a:moveTo>
                  <a:pt x="0" y="0"/>
                </a:moveTo>
                <a:lnTo>
                  <a:pt x="6604503" y="0"/>
                </a:lnTo>
                <a:lnTo>
                  <a:pt x="6604503" y="5797156"/>
                </a:lnTo>
                <a:cubicBezTo>
                  <a:pt x="6604503" y="6129629"/>
                  <a:pt x="6334980" y="6399152"/>
                  <a:pt x="6002507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9B0F68CC-6BDD-49E7-8971-97164A4B1FA2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9114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411480"/>
            <a:ext cx="11045952" cy="1828800"/>
          </a:xfrm>
        </p:spPr>
        <p:txBody>
          <a:bodyPr anchor="t">
            <a:normAutofit/>
          </a:bodyPr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2784" y="2423160"/>
            <a:ext cx="5202936" cy="3858768"/>
          </a:xfrm>
        </p:spPr>
        <p:txBody>
          <a:bodyPr vert="horz" lIns="91440" tIns="45720" rIns="91440" bIns="45720" rtlCol="0">
            <a:normAutofit/>
          </a:bodyPr>
          <a:lstStyle>
            <a:lvl1pPr marL="457200" indent="-457200">
              <a:buFont typeface="+mj-lt"/>
              <a:buAutoNum type="arabicPeriod"/>
              <a:defRPr lang="en-US" dirty="0"/>
            </a:lvl1pPr>
            <a:lvl2pPr marL="571500" indent="-342900">
              <a:buFont typeface="+mj-lt"/>
              <a:buAutoNum type="alphaLcPeriod"/>
              <a:defRPr lang="en-US" dirty="0"/>
            </a:lvl2pPr>
            <a:lvl3pPr marL="800100" indent="-342900">
              <a:buFont typeface="+mj-lt"/>
              <a:buAutoNum type="romanLcPeriod"/>
              <a:defRPr lang="en-US" dirty="0"/>
            </a:lvl3pPr>
            <a:lvl4pPr marL="914400" indent="-228600">
              <a:buFont typeface="+mj-lt"/>
              <a:buAutoNum type="arabicParenR"/>
              <a:defRPr lang="en-US" dirty="0"/>
            </a:lvl4pPr>
            <a:lvl5pPr marL="1143000" indent="-228600">
              <a:buFont typeface="+mj-lt"/>
              <a:buAutoNum type="alphaLcParenR"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4D5D5-F2FF-4BCB-BACC-FA9A736697CB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9664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1006" y="998230"/>
            <a:ext cx="3951469" cy="1947672"/>
          </a:xfrm>
        </p:spPr>
        <p:txBody>
          <a:bodyPr anchor="b">
            <a:no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3">
            <a:extLst>
              <a:ext uri="{FF2B5EF4-FFF2-40B4-BE49-F238E27FC236}">
                <a16:creationId xmlns:a16="http://schemas.microsoft.com/office/drawing/2014/main" id="{DD60ACDC-1760-F721-E270-0D2FC4872D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7002464" cy="6399152"/>
          </a:xfrm>
          <a:custGeom>
            <a:avLst/>
            <a:gdLst>
              <a:gd name="connsiteX0" fmla="*/ 0 w 7002464"/>
              <a:gd name="connsiteY0" fmla="*/ 0 h 6399152"/>
              <a:gd name="connsiteX1" fmla="*/ 7002464 w 7002464"/>
              <a:gd name="connsiteY1" fmla="*/ 0 h 6399152"/>
              <a:gd name="connsiteX2" fmla="*/ 7002464 w 7002464"/>
              <a:gd name="connsiteY2" fmla="*/ 5797156 h 6399152"/>
              <a:gd name="connsiteX3" fmla="*/ 6400468 w 7002464"/>
              <a:gd name="connsiteY3" fmla="*/ 6399152 h 6399152"/>
              <a:gd name="connsiteX4" fmla="*/ 0 w 7002464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002464" h="6399152">
                <a:moveTo>
                  <a:pt x="0" y="0"/>
                </a:moveTo>
                <a:lnTo>
                  <a:pt x="7002464" y="0"/>
                </a:lnTo>
                <a:lnTo>
                  <a:pt x="7002464" y="5797156"/>
                </a:lnTo>
                <a:cubicBezTo>
                  <a:pt x="7002464" y="6129629"/>
                  <a:pt x="6732941" y="6399152"/>
                  <a:pt x="6400468" y="6399152"/>
                </a:cubicBezTo>
                <a:lnTo>
                  <a:pt x="0" y="6399152"/>
                </a:lnTo>
                <a:close/>
              </a:path>
            </a:pathLst>
          </a:custGeom>
          <a:blipFill dpi="0"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91007" y="3099815"/>
            <a:ext cx="3951469" cy="3084599"/>
          </a:xfrm>
        </p:spPr>
        <p:txBody>
          <a:bodyPr>
            <a:normAutofit/>
          </a:bodyPr>
          <a:lstStyle>
            <a:lvl1pPr marL="342900" indent="-342900">
              <a:buFont typeface="+mj-lt"/>
              <a:buAutoNum type="arabicPeriod"/>
              <a:defRPr sz="1800"/>
            </a:lvl1pPr>
            <a:lvl2pPr marL="571500" indent="-342900">
              <a:buFont typeface="+mj-lt"/>
              <a:buAutoNum type="alphaLcPeriod"/>
              <a:defRPr sz="1600"/>
            </a:lvl2pPr>
            <a:lvl3pPr marL="800100" indent="-342900">
              <a:buFont typeface="+mj-lt"/>
              <a:buAutoNum type="romanLcPeriod"/>
              <a:defRPr sz="1400"/>
            </a:lvl3pPr>
            <a:lvl4pPr marL="914400" indent="-228600">
              <a:buFont typeface="+mj-lt"/>
              <a:buAutoNum type="arabicParenR"/>
              <a:defRPr sz="1200"/>
            </a:lvl4pPr>
            <a:lvl5pPr marL="1143000" indent="-228600">
              <a:buFont typeface="+mj-lt"/>
              <a:buAutoNum type="alphaLcParenR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747D10D-DAA6-49BD-BCDC-42DE71F72A89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281630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984" y="2478024"/>
            <a:ext cx="4325112" cy="2454796"/>
          </a:xfrm>
        </p:spPr>
        <p:txBody>
          <a:bodyPr anchor="t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478024"/>
            <a:ext cx="4325112" cy="245479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Click to edit Master text styles</a:t>
            </a:r>
          </a:p>
          <a:p>
            <a:pPr marL="2286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Second level</a:t>
            </a:r>
          </a:p>
          <a:p>
            <a:pPr marL="2286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Third level</a:t>
            </a:r>
          </a:p>
          <a:p>
            <a:pPr marL="2286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Fourth level</a:t>
            </a:r>
          </a:p>
          <a:p>
            <a:pPr marL="2286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Fifth level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131313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99C55D-C47D-42B9-AD20-3E2CCE08596C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31644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984" y="2039112"/>
            <a:ext cx="3813048" cy="353872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2039112"/>
            <a:ext cx="5047488" cy="35387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A44AD-1FB0-4882-B380-D102D5E41B49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03170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600200"/>
            <a:ext cx="4142232" cy="46360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1600200"/>
            <a:ext cx="5788152" cy="463600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1FD0E9-BB2A-40F4-9FCA-339953EA9BCB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453974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640079"/>
            <a:ext cx="4032505" cy="3621024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640715"/>
            <a:ext cx="5968098" cy="5719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2DCE86-7B4C-43EC-801D-4B957536C306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296090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40080"/>
            <a:ext cx="3493008" cy="3621024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25696" y="640080"/>
            <a:ext cx="7159752" cy="5724144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D3FCD9-BE24-4676-9D2E-63D9ED82EDA2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42227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ly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-1325880"/>
            <a:ext cx="10515600" cy="132588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" y="329450"/>
            <a:ext cx="11924209" cy="61991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CA290A-121B-47D5-B4CD-63E70D76A5D5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662982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4480560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7" y="2276856"/>
            <a:ext cx="4480560" cy="40416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CE823DF8-AABE-3B17-254E-81CD7CA2B5B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737594" y="0"/>
            <a:ext cx="6454406" cy="6399152"/>
          </a:xfrm>
          <a:custGeom>
            <a:avLst/>
            <a:gdLst>
              <a:gd name="connsiteX0" fmla="*/ 0 w 6454406"/>
              <a:gd name="connsiteY0" fmla="*/ 0 h 6399152"/>
              <a:gd name="connsiteX1" fmla="*/ 6454406 w 6454406"/>
              <a:gd name="connsiteY1" fmla="*/ 0 h 6399152"/>
              <a:gd name="connsiteX2" fmla="*/ 6454406 w 6454406"/>
              <a:gd name="connsiteY2" fmla="*/ 6399152 h 6399152"/>
              <a:gd name="connsiteX3" fmla="*/ 601995 w 6454406"/>
              <a:gd name="connsiteY3" fmla="*/ 6399152 h 6399152"/>
              <a:gd name="connsiteX4" fmla="*/ 0 w 6454406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54406" h="6399152">
                <a:moveTo>
                  <a:pt x="0" y="0"/>
                </a:moveTo>
                <a:lnTo>
                  <a:pt x="6454406" y="0"/>
                </a:lnTo>
                <a:lnTo>
                  <a:pt x="6454406" y="6399152"/>
                </a:lnTo>
                <a:lnTo>
                  <a:pt x="601995" y="6399152"/>
                </a:lnTo>
                <a:cubicBezTo>
                  <a:pt x="269522" y="6399152"/>
                  <a:pt x="0" y="6129629"/>
                  <a:pt x="0" y="5797156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A58D8-7EDF-40A6-A98C-8CBDF59A319E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48124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6328" y="601755"/>
            <a:ext cx="4389120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6F26914B-7405-10AB-A859-8165D7B1A93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1"/>
            <a:ext cx="6591300" cy="6410303"/>
          </a:xfrm>
          <a:custGeom>
            <a:avLst/>
            <a:gdLst>
              <a:gd name="connsiteX0" fmla="*/ 0 w 6591300"/>
              <a:gd name="connsiteY0" fmla="*/ 0 h 6410303"/>
              <a:gd name="connsiteX1" fmla="*/ 6591300 w 6591300"/>
              <a:gd name="connsiteY1" fmla="*/ 0 h 6410303"/>
              <a:gd name="connsiteX2" fmla="*/ 6591300 w 6591300"/>
              <a:gd name="connsiteY2" fmla="*/ 5807073 h 6410303"/>
              <a:gd name="connsiteX3" fmla="*/ 5988070 w 6591300"/>
              <a:gd name="connsiteY3" fmla="*/ 6410303 h 6410303"/>
              <a:gd name="connsiteX4" fmla="*/ 0 w 6591300"/>
              <a:gd name="connsiteY4" fmla="*/ 6410303 h 64103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91300" h="6410303">
                <a:moveTo>
                  <a:pt x="0" y="0"/>
                </a:moveTo>
                <a:lnTo>
                  <a:pt x="6591300" y="0"/>
                </a:lnTo>
                <a:lnTo>
                  <a:pt x="6591300" y="5807073"/>
                </a:lnTo>
                <a:cubicBezTo>
                  <a:pt x="6591300" y="6140228"/>
                  <a:pt x="6321225" y="6410303"/>
                  <a:pt x="5988070" y="6410303"/>
                </a:cubicBezTo>
                <a:lnTo>
                  <a:pt x="0" y="6410303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96328" y="2276856"/>
            <a:ext cx="4389120" cy="40416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6DF7C3E-B5DF-4043-B2F9-CD94B277B81B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02502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340156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2276856"/>
            <a:ext cx="3401568" cy="404164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58FA1BA0-D099-705F-F85E-3FBC782F765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502843" y="2"/>
            <a:ext cx="7689157" cy="6399151"/>
          </a:xfrm>
          <a:custGeom>
            <a:avLst/>
            <a:gdLst>
              <a:gd name="connsiteX0" fmla="*/ 0 w 7689157"/>
              <a:gd name="connsiteY0" fmla="*/ 0 h 6399151"/>
              <a:gd name="connsiteX1" fmla="*/ 7689157 w 7689157"/>
              <a:gd name="connsiteY1" fmla="*/ 0 h 6399151"/>
              <a:gd name="connsiteX2" fmla="*/ 7689157 w 7689157"/>
              <a:gd name="connsiteY2" fmla="*/ 6399151 h 6399151"/>
              <a:gd name="connsiteX3" fmla="*/ 601997 w 7689157"/>
              <a:gd name="connsiteY3" fmla="*/ 6399151 h 6399151"/>
              <a:gd name="connsiteX4" fmla="*/ 0 w 7689157"/>
              <a:gd name="connsiteY4" fmla="*/ 5797155 h 63991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89157" h="6399151">
                <a:moveTo>
                  <a:pt x="0" y="0"/>
                </a:moveTo>
                <a:lnTo>
                  <a:pt x="7689157" y="0"/>
                </a:lnTo>
                <a:lnTo>
                  <a:pt x="7689157" y="6399151"/>
                </a:lnTo>
                <a:lnTo>
                  <a:pt x="601997" y="6399151"/>
                </a:lnTo>
                <a:cubicBezTo>
                  <a:pt x="269523" y="6399151"/>
                  <a:pt x="0" y="6129628"/>
                  <a:pt x="0" y="5797155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4F04B89-F088-43E2-8F95-5A2E5E9F612E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576029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1040" y="603504"/>
            <a:ext cx="340156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F44EE1A0-D83B-FE6C-4495-F55C5070D5D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7734300" cy="6399152"/>
          </a:xfrm>
          <a:custGeom>
            <a:avLst/>
            <a:gdLst>
              <a:gd name="connsiteX0" fmla="*/ 0 w 7734300"/>
              <a:gd name="connsiteY0" fmla="*/ 0 h 6399152"/>
              <a:gd name="connsiteX1" fmla="*/ 7734300 w 7734300"/>
              <a:gd name="connsiteY1" fmla="*/ 0 h 6399152"/>
              <a:gd name="connsiteX2" fmla="*/ 7734300 w 7734300"/>
              <a:gd name="connsiteY2" fmla="*/ 5797156 h 6399152"/>
              <a:gd name="connsiteX3" fmla="*/ 7132304 w 7734300"/>
              <a:gd name="connsiteY3" fmla="*/ 6399152 h 6399152"/>
              <a:gd name="connsiteX4" fmla="*/ 0 w 7734300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34300" h="6399152">
                <a:moveTo>
                  <a:pt x="0" y="0"/>
                </a:moveTo>
                <a:lnTo>
                  <a:pt x="7734300" y="0"/>
                </a:lnTo>
                <a:lnTo>
                  <a:pt x="7734300" y="5797156"/>
                </a:lnTo>
                <a:cubicBezTo>
                  <a:pt x="7734300" y="6129629"/>
                  <a:pt x="7464777" y="6399152"/>
                  <a:pt x="7132304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21040" y="2276856"/>
            <a:ext cx="3401568" cy="404164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A0FCFF8D-E3E3-4D6C-85D1-1D24204FD961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571720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0696DEB7-ADC8-3E90-7A63-F11D6535D0E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11750040" cy="3806246"/>
          </a:xfrm>
          <a:custGeom>
            <a:avLst/>
            <a:gdLst>
              <a:gd name="connsiteX0" fmla="*/ 0 w 11733150"/>
              <a:gd name="connsiteY0" fmla="*/ 0 h 3806246"/>
              <a:gd name="connsiteX1" fmla="*/ 11733150 w 11733150"/>
              <a:gd name="connsiteY1" fmla="*/ 0 h 3806246"/>
              <a:gd name="connsiteX2" fmla="*/ 11733150 w 11733150"/>
              <a:gd name="connsiteY2" fmla="*/ 3204250 h 3806246"/>
              <a:gd name="connsiteX3" fmla="*/ 11131154 w 11733150"/>
              <a:gd name="connsiteY3" fmla="*/ 3806246 h 3806246"/>
              <a:gd name="connsiteX4" fmla="*/ 0 w 11733150"/>
              <a:gd name="connsiteY4" fmla="*/ 3806246 h 38062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33150" h="3806246">
                <a:moveTo>
                  <a:pt x="0" y="0"/>
                </a:moveTo>
                <a:lnTo>
                  <a:pt x="11733150" y="0"/>
                </a:lnTo>
                <a:lnTo>
                  <a:pt x="11733150" y="3204250"/>
                </a:lnTo>
                <a:cubicBezTo>
                  <a:pt x="11733150" y="3536723"/>
                  <a:pt x="11463627" y="3806246"/>
                  <a:pt x="11131154" y="3806246"/>
                </a:cubicBezTo>
                <a:lnTo>
                  <a:pt x="0" y="3806246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9AD81-0F74-4052-9D15-1FCBE10FF531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04395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0558516-7088-BB33-D6DC-15ED4C60CBA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41960" y="3067414"/>
            <a:ext cx="11750040" cy="3790586"/>
          </a:xfrm>
          <a:custGeom>
            <a:avLst/>
            <a:gdLst>
              <a:gd name="connsiteX0" fmla="*/ 603695 w 11750040"/>
              <a:gd name="connsiteY0" fmla="*/ 0 h 3790586"/>
              <a:gd name="connsiteX1" fmla="*/ 11750040 w 11750040"/>
              <a:gd name="connsiteY1" fmla="*/ 0 h 3790586"/>
              <a:gd name="connsiteX2" fmla="*/ 11750040 w 11750040"/>
              <a:gd name="connsiteY2" fmla="*/ 3790586 h 3790586"/>
              <a:gd name="connsiteX3" fmla="*/ 0 w 11750040"/>
              <a:gd name="connsiteY3" fmla="*/ 3790586 h 3790586"/>
              <a:gd name="connsiteX4" fmla="*/ 0 w 11750040"/>
              <a:gd name="connsiteY4" fmla="*/ 603695 h 3790586"/>
              <a:gd name="connsiteX5" fmla="*/ 603695 w 11750040"/>
              <a:gd name="connsiteY5" fmla="*/ 0 h 37905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750040" h="3790586">
                <a:moveTo>
                  <a:pt x="603695" y="0"/>
                </a:moveTo>
                <a:lnTo>
                  <a:pt x="11750040" y="0"/>
                </a:lnTo>
                <a:lnTo>
                  <a:pt x="11750040" y="3790586"/>
                </a:lnTo>
                <a:lnTo>
                  <a:pt x="0" y="3790586"/>
                </a:lnTo>
                <a:lnTo>
                  <a:pt x="0" y="603695"/>
                </a:lnTo>
                <a:cubicBezTo>
                  <a:pt x="0" y="270283"/>
                  <a:pt x="270283" y="0"/>
                  <a:pt x="603695" y="0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40460"/>
            <a:ext cx="3494314" cy="338328"/>
          </a:xfrm>
        </p:spPr>
        <p:txBody>
          <a:bodyPr/>
          <a:lstStyle/>
          <a:p>
            <a:fld id="{58567813-D47B-4BA9-A366-45E7794B6608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40460"/>
            <a:ext cx="2805405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40460"/>
            <a:ext cx="429207" cy="338328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601556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1896" y="1078992"/>
            <a:ext cx="3273552" cy="1947672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8073E866-A871-62F7-1E54-F2A44278F83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7734300" cy="6399152"/>
          </a:xfrm>
          <a:custGeom>
            <a:avLst/>
            <a:gdLst>
              <a:gd name="connsiteX0" fmla="*/ 0 w 7734300"/>
              <a:gd name="connsiteY0" fmla="*/ 0 h 6399152"/>
              <a:gd name="connsiteX1" fmla="*/ 7734300 w 7734300"/>
              <a:gd name="connsiteY1" fmla="*/ 0 h 6399152"/>
              <a:gd name="connsiteX2" fmla="*/ 7734300 w 7734300"/>
              <a:gd name="connsiteY2" fmla="*/ 5797156 h 6399152"/>
              <a:gd name="connsiteX3" fmla="*/ 7132304 w 7734300"/>
              <a:gd name="connsiteY3" fmla="*/ 6399152 h 6399152"/>
              <a:gd name="connsiteX4" fmla="*/ 0 w 7734300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34300" h="6399152">
                <a:moveTo>
                  <a:pt x="0" y="0"/>
                </a:moveTo>
                <a:lnTo>
                  <a:pt x="7734300" y="0"/>
                </a:lnTo>
                <a:lnTo>
                  <a:pt x="7734300" y="5797156"/>
                </a:lnTo>
                <a:cubicBezTo>
                  <a:pt x="7734300" y="6129629"/>
                  <a:pt x="7464777" y="6399152"/>
                  <a:pt x="7132304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11896" y="3099816"/>
            <a:ext cx="3273552" cy="2953512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600"/>
            </a:lvl1pPr>
            <a:lvl2pPr marL="514350" indent="-285750">
              <a:buFont typeface="Arial" panose="020B0604020202020204" pitchFamily="34" charset="0"/>
              <a:buChar char="•"/>
              <a:defRPr sz="1400"/>
            </a:lvl2pPr>
            <a:lvl3pPr marL="628650" indent="-171450">
              <a:buFont typeface="Arial" panose="020B0604020202020204" pitchFamily="34" charset="0"/>
              <a:buChar char="•"/>
              <a:defRPr sz="1200"/>
            </a:lvl3pPr>
            <a:lvl4pPr marL="857250" indent="-171450">
              <a:buFont typeface="Arial" panose="020B0604020202020204" pitchFamily="34" charset="0"/>
              <a:buChar char="•"/>
              <a:defRPr sz="1100"/>
            </a:lvl4pPr>
            <a:lvl5pPr marL="1085850" indent="-171450">
              <a:buFont typeface="Arial" panose="020B0604020202020204" pitchFamily="34" charset="0"/>
              <a:buChar char="•"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3C75A4F-7395-44C0-9A76-83F0F6EA512A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827124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111854"/>
            <a:ext cx="3945468" cy="138988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84372" y="5111854"/>
            <a:ext cx="6168356" cy="1389888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200"/>
            </a:lvl2pPr>
            <a:lvl3pPr marL="457200" indent="0">
              <a:buFont typeface="Arial" panose="020B0604020202020204" pitchFamily="34" charset="0"/>
              <a:buNone/>
              <a:defRPr sz="1100"/>
            </a:lvl3pPr>
            <a:lvl4pPr marL="685800" indent="0">
              <a:buFont typeface="Arial" panose="020B0604020202020204" pitchFamily="34" charset="0"/>
              <a:buNone/>
              <a:defRPr sz="1050"/>
            </a:lvl4pPr>
            <a:lvl5pPr marL="914400" indent="0">
              <a:buFont typeface="Arial" panose="020B0604020202020204" pitchFamily="34" charset="0"/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15B30A2-D0D1-DED2-1133-A673CEA16AE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11750040" cy="4724868"/>
          </a:xfrm>
          <a:custGeom>
            <a:avLst/>
            <a:gdLst>
              <a:gd name="connsiteX0" fmla="*/ 0 w 11750040"/>
              <a:gd name="connsiteY0" fmla="*/ 0 h 4724868"/>
              <a:gd name="connsiteX1" fmla="*/ 11750040 w 11750040"/>
              <a:gd name="connsiteY1" fmla="*/ 0 h 4724868"/>
              <a:gd name="connsiteX2" fmla="*/ 11750040 w 11750040"/>
              <a:gd name="connsiteY2" fmla="*/ 4122872 h 4724868"/>
              <a:gd name="connsiteX3" fmla="*/ 11148044 w 11750040"/>
              <a:gd name="connsiteY3" fmla="*/ 4724868 h 4724868"/>
              <a:gd name="connsiteX4" fmla="*/ 0 w 11750040"/>
              <a:gd name="connsiteY4" fmla="*/ 4724868 h 4724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50040" h="4724868">
                <a:moveTo>
                  <a:pt x="0" y="0"/>
                </a:moveTo>
                <a:lnTo>
                  <a:pt x="11750040" y="0"/>
                </a:lnTo>
                <a:lnTo>
                  <a:pt x="11750040" y="4122872"/>
                </a:lnTo>
                <a:cubicBezTo>
                  <a:pt x="11750040" y="4455345"/>
                  <a:pt x="11480517" y="4724868"/>
                  <a:pt x="11148044" y="4724868"/>
                </a:cubicBezTo>
                <a:lnTo>
                  <a:pt x="0" y="4724868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EEDCC-520A-464B-900A-5F7E0E1FFC43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360975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50408" y="548640"/>
            <a:ext cx="6035040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C1AB8ED2-AD91-CB22-5624-BD41AB32529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4844052" cy="6399152"/>
          </a:xfrm>
          <a:custGeom>
            <a:avLst/>
            <a:gdLst>
              <a:gd name="connsiteX0" fmla="*/ 0 w 4844052"/>
              <a:gd name="connsiteY0" fmla="*/ 0 h 6399152"/>
              <a:gd name="connsiteX1" fmla="*/ 4844052 w 4844052"/>
              <a:gd name="connsiteY1" fmla="*/ 0 h 6399152"/>
              <a:gd name="connsiteX2" fmla="*/ 4844052 w 4844052"/>
              <a:gd name="connsiteY2" fmla="*/ 5795922 h 6399152"/>
              <a:gd name="connsiteX3" fmla="*/ 4240822 w 4844052"/>
              <a:gd name="connsiteY3" fmla="*/ 6399152 h 6399152"/>
              <a:gd name="connsiteX4" fmla="*/ 0 w 4844052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44052" h="6399152">
                <a:moveTo>
                  <a:pt x="0" y="0"/>
                </a:moveTo>
                <a:lnTo>
                  <a:pt x="4844052" y="0"/>
                </a:lnTo>
                <a:lnTo>
                  <a:pt x="4844052" y="5795922"/>
                </a:lnTo>
                <a:cubicBezTo>
                  <a:pt x="4844052" y="6129077"/>
                  <a:pt x="4573977" y="6399152"/>
                  <a:pt x="4240822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50408" y="1828800"/>
            <a:ext cx="6035040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B36C1D43-E95A-44CE-BF39-AC264176BC74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13629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4864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182880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D436AA50-FCF9-9A32-68F8-A124C794908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353304" y="0"/>
            <a:ext cx="4838696" cy="6399152"/>
          </a:xfrm>
          <a:custGeom>
            <a:avLst/>
            <a:gdLst>
              <a:gd name="connsiteX0" fmla="*/ 0 w 4838696"/>
              <a:gd name="connsiteY0" fmla="*/ 0 h 6399152"/>
              <a:gd name="connsiteX1" fmla="*/ 4838696 w 4838696"/>
              <a:gd name="connsiteY1" fmla="*/ 0 h 6399152"/>
              <a:gd name="connsiteX2" fmla="*/ 4838696 w 4838696"/>
              <a:gd name="connsiteY2" fmla="*/ 6399152 h 6399152"/>
              <a:gd name="connsiteX3" fmla="*/ 603230 w 4838696"/>
              <a:gd name="connsiteY3" fmla="*/ 6399152 h 6399152"/>
              <a:gd name="connsiteX4" fmla="*/ 0 w 4838696"/>
              <a:gd name="connsiteY4" fmla="*/ 579592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38696" h="6399152">
                <a:moveTo>
                  <a:pt x="0" y="0"/>
                </a:moveTo>
                <a:lnTo>
                  <a:pt x="4838696" y="0"/>
                </a:lnTo>
                <a:lnTo>
                  <a:pt x="4838696" y="6399152"/>
                </a:lnTo>
                <a:lnTo>
                  <a:pt x="603230" y="6399152"/>
                </a:lnTo>
                <a:cubicBezTo>
                  <a:pt x="270075" y="6399152"/>
                  <a:pt x="0" y="6129077"/>
                  <a:pt x="0" y="5795922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395D-714C-468A-B505-16E3BDC41D6C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594400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6328" y="320040"/>
            <a:ext cx="438912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6B8A8E1B-B99E-8C69-154E-2FAADB07D51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6591300" cy="6399152"/>
          </a:xfrm>
          <a:custGeom>
            <a:avLst/>
            <a:gdLst>
              <a:gd name="connsiteX0" fmla="*/ 0 w 6591300"/>
              <a:gd name="connsiteY0" fmla="*/ 0 h 6399152"/>
              <a:gd name="connsiteX1" fmla="*/ 6591300 w 6591300"/>
              <a:gd name="connsiteY1" fmla="*/ 0 h 6399152"/>
              <a:gd name="connsiteX2" fmla="*/ 6591300 w 6591300"/>
              <a:gd name="connsiteY2" fmla="*/ 5797156 h 6399152"/>
              <a:gd name="connsiteX3" fmla="*/ 5989304 w 6591300"/>
              <a:gd name="connsiteY3" fmla="*/ 6399152 h 6399152"/>
              <a:gd name="connsiteX4" fmla="*/ 0 w 6591300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91300" h="6399152">
                <a:moveTo>
                  <a:pt x="0" y="0"/>
                </a:moveTo>
                <a:lnTo>
                  <a:pt x="6591300" y="0"/>
                </a:lnTo>
                <a:lnTo>
                  <a:pt x="6591300" y="5797156"/>
                </a:lnTo>
                <a:cubicBezTo>
                  <a:pt x="6591300" y="6129629"/>
                  <a:pt x="6321777" y="6399152"/>
                  <a:pt x="5989304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96328" y="1380744"/>
            <a:ext cx="438912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009D615-5030-44BE-B1E7-FCAF557FFC34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588665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320040"/>
            <a:ext cx="4573413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6" y="1380744"/>
            <a:ext cx="4573413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2BD82EEA-7278-1A73-C95C-473F75B5404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737593" y="0"/>
            <a:ext cx="6454407" cy="6399152"/>
          </a:xfrm>
          <a:custGeom>
            <a:avLst/>
            <a:gdLst>
              <a:gd name="connsiteX0" fmla="*/ 0 w 6454407"/>
              <a:gd name="connsiteY0" fmla="*/ 0 h 6399152"/>
              <a:gd name="connsiteX1" fmla="*/ 6454407 w 6454407"/>
              <a:gd name="connsiteY1" fmla="*/ 0 h 6399152"/>
              <a:gd name="connsiteX2" fmla="*/ 6454407 w 6454407"/>
              <a:gd name="connsiteY2" fmla="*/ 6399152 h 6399152"/>
              <a:gd name="connsiteX3" fmla="*/ 601996 w 6454407"/>
              <a:gd name="connsiteY3" fmla="*/ 6399152 h 6399152"/>
              <a:gd name="connsiteX4" fmla="*/ 0 w 6454407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54407" h="6399152">
                <a:moveTo>
                  <a:pt x="0" y="0"/>
                </a:moveTo>
                <a:lnTo>
                  <a:pt x="6454407" y="0"/>
                </a:lnTo>
                <a:lnTo>
                  <a:pt x="6454407" y="6399152"/>
                </a:lnTo>
                <a:lnTo>
                  <a:pt x="601996" y="6399152"/>
                </a:lnTo>
                <a:cubicBezTo>
                  <a:pt x="269523" y="6399152"/>
                  <a:pt x="0" y="6129629"/>
                  <a:pt x="0" y="5797156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5D8DDD-BB5E-4F5B-81F2-5E5F98B403C0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71442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11155680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9C22D85-D675-737B-9F54-B9D7FC81919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1828800"/>
            <a:ext cx="6707699" cy="5029200"/>
          </a:xfrm>
          <a:custGeom>
            <a:avLst/>
            <a:gdLst>
              <a:gd name="connsiteX0" fmla="*/ 0 w 6707699"/>
              <a:gd name="connsiteY0" fmla="*/ 0 h 5029200"/>
              <a:gd name="connsiteX1" fmla="*/ 6129259 w 6707699"/>
              <a:gd name="connsiteY1" fmla="*/ 0 h 5029200"/>
              <a:gd name="connsiteX2" fmla="*/ 6707699 w 6707699"/>
              <a:gd name="connsiteY2" fmla="*/ 578440 h 5029200"/>
              <a:gd name="connsiteX3" fmla="*/ 6707699 w 6707699"/>
              <a:gd name="connsiteY3" fmla="*/ 5029200 h 5029200"/>
              <a:gd name="connsiteX4" fmla="*/ 0 w 6707699"/>
              <a:gd name="connsiteY4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07699" h="5029200">
                <a:moveTo>
                  <a:pt x="0" y="0"/>
                </a:moveTo>
                <a:lnTo>
                  <a:pt x="6129259" y="0"/>
                </a:lnTo>
                <a:cubicBezTo>
                  <a:pt x="6448723" y="0"/>
                  <a:pt x="6707699" y="258976"/>
                  <a:pt x="6707699" y="578440"/>
                </a:cubicBezTo>
                <a:lnTo>
                  <a:pt x="6707699" y="5029200"/>
                </a:lnTo>
                <a:lnTo>
                  <a:pt x="0" y="5029200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89302" y="1828800"/>
            <a:ext cx="4196146" cy="450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89302" y="6492240"/>
            <a:ext cx="1280160" cy="338328"/>
          </a:xfrm>
        </p:spPr>
        <p:txBody>
          <a:bodyPr/>
          <a:lstStyle/>
          <a:p>
            <a:fld id="{083588C5-4E32-4E6E-80AB-32A6125C957F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9462" y="6492240"/>
            <a:ext cx="2888554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978622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0076" y="320040"/>
            <a:ext cx="676656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1B32E518-8213-A79A-7E36-BA4D782F8ED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4147926" cy="6399152"/>
          </a:xfrm>
          <a:custGeom>
            <a:avLst/>
            <a:gdLst>
              <a:gd name="connsiteX0" fmla="*/ 0 w 4147926"/>
              <a:gd name="connsiteY0" fmla="*/ 0 h 6399152"/>
              <a:gd name="connsiteX1" fmla="*/ 4147926 w 4147926"/>
              <a:gd name="connsiteY1" fmla="*/ 0 h 6399152"/>
              <a:gd name="connsiteX2" fmla="*/ 4147926 w 4147926"/>
              <a:gd name="connsiteY2" fmla="*/ 5795922 h 6399152"/>
              <a:gd name="connsiteX3" fmla="*/ 3544696 w 4147926"/>
              <a:gd name="connsiteY3" fmla="*/ 6399152 h 6399152"/>
              <a:gd name="connsiteX4" fmla="*/ 0 w 4147926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47926" h="6399152">
                <a:moveTo>
                  <a:pt x="0" y="0"/>
                </a:moveTo>
                <a:lnTo>
                  <a:pt x="4147926" y="0"/>
                </a:lnTo>
                <a:lnTo>
                  <a:pt x="4147926" y="5795922"/>
                </a:lnTo>
                <a:cubicBezTo>
                  <a:pt x="4147926" y="6129077"/>
                  <a:pt x="3877851" y="6399152"/>
                  <a:pt x="3544696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20076" y="1380744"/>
            <a:ext cx="676656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B337EAFE-6A88-4B1F-9ABC-CA3CFB830DD6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114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320040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1380744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22444857-0BC3-ACAE-DBB1-5D530AA35ED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046768" y="0"/>
            <a:ext cx="4145232" cy="6399152"/>
          </a:xfrm>
          <a:custGeom>
            <a:avLst/>
            <a:gdLst>
              <a:gd name="connsiteX0" fmla="*/ 0 w 4145232"/>
              <a:gd name="connsiteY0" fmla="*/ 0 h 6399152"/>
              <a:gd name="connsiteX1" fmla="*/ 4145232 w 4145232"/>
              <a:gd name="connsiteY1" fmla="*/ 0 h 6399152"/>
              <a:gd name="connsiteX2" fmla="*/ 4145232 w 4145232"/>
              <a:gd name="connsiteY2" fmla="*/ 6399152 h 6399152"/>
              <a:gd name="connsiteX3" fmla="*/ 603230 w 4145232"/>
              <a:gd name="connsiteY3" fmla="*/ 6399152 h 6399152"/>
              <a:gd name="connsiteX4" fmla="*/ 0 w 4145232"/>
              <a:gd name="connsiteY4" fmla="*/ 579592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45232" h="6399152">
                <a:moveTo>
                  <a:pt x="0" y="0"/>
                </a:moveTo>
                <a:lnTo>
                  <a:pt x="4145232" y="0"/>
                </a:lnTo>
                <a:lnTo>
                  <a:pt x="4145232" y="6399152"/>
                </a:lnTo>
                <a:lnTo>
                  <a:pt x="603230" y="6399152"/>
                </a:lnTo>
                <a:cubicBezTo>
                  <a:pt x="270075" y="6399152"/>
                  <a:pt x="0" y="6129077"/>
                  <a:pt x="0" y="5795922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70683-5F2F-44F3-8B59-45258C4FD45A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706546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48639"/>
            <a:ext cx="4855464" cy="1453896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C202BC3A-8633-9F03-1586-99447DA1CFF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2293496"/>
            <a:ext cx="5285232" cy="4564504"/>
          </a:xfrm>
          <a:custGeom>
            <a:avLst/>
            <a:gdLst>
              <a:gd name="connsiteX0" fmla="*/ 0 w 5285232"/>
              <a:gd name="connsiteY0" fmla="*/ 0 h 4564504"/>
              <a:gd name="connsiteX1" fmla="*/ 4706792 w 5285232"/>
              <a:gd name="connsiteY1" fmla="*/ 0 h 4564504"/>
              <a:gd name="connsiteX2" fmla="*/ 5285232 w 5285232"/>
              <a:gd name="connsiteY2" fmla="*/ 578440 h 4564504"/>
              <a:gd name="connsiteX3" fmla="*/ 5285232 w 5285232"/>
              <a:gd name="connsiteY3" fmla="*/ 4564504 h 4564504"/>
              <a:gd name="connsiteX4" fmla="*/ 0 w 5285232"/>
              <a:gd name="connsiteY4" fmla="*/ 4564504 h 45645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85232" h="4564504">
                <a:moveTo>
                  <a:pt x="0" y="0"/>
                </a:moveTo>
                <a:lnTo>
                  <a:pt x="4706792" y="0"/>
                </a:lnTo>
                <a:cubicBezTo>
                  <a:pt x="5026256" y="0"/>
                  <a:pt x="5285232" y="258976"/>
                  <a:pt x="5285232" y="578440"/>
                </a:cubicBezTo>
                <a:lnTo>
                  <a:pt x="5285232" y="4564504"/>
                </a:lnTo>
                <a:lnTo>
                  <a:pt x="0" y="4564504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0" y="6492240"/>
            <a:ext cx="2651760" cy="338328"/>
          </a:xfrm>
        </p:spPr>
        <p:txBody>
          <a:bodyPr/>
          <a:lstStyle/>
          <a:p>
            <a:fld id="{813EDC87-0EBE-4D2E-8804-E5F0EDA0B797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820955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50218"/>
            <a:ext cx="3827439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E211327B-3880-6494-1C8F-EEE1BF913B8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2293494"/>
            <a:ext cx="4176819" cy="4564506"/>
          </a:xfrm>
          <a:custGeom>
            <a:avLst/>
            <a:gdLst>
              <a:gd name="connsiteX0" fmla="*/ 0 w 4176819"/>
              <a:gd name="connsiteY0" fmla="*/ 0 h 4564506"/>
              <a:gd name="connsiteX1" fmla="*/ 3598379 w 4176819"/>
              <a:gd name="connsiteY1" fmla="*/ 0 h 4564506"/>
              <a:gd name="connsiteX2" fmla="*/ 4176819 w 4176819"/>
              <a:gd name="connsiteY2" fmla="*/ 578440 h 4564506"/>
              <a:gd name="connsiteX3" fmla="*/ 4176819 w 4176819"/>
              <a:gd name="connsiteY3" fmla="*/ 4564506 h 4564506"/>
              <a:gd name="connsiteX4" fmla="*/ 0 w 4176819"/>
              <a:gd name="connsiteY4" fmla="*/ 4564506 h 4564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76819" h="4564506">
                <a:moveTo>
                  <a:pt x="0" y="0"/>
                </a:moveTo>
                <a:lnTo>
                  <a:pt x="3598379" y="0"/>
                </a:lnTo>
                <a:cubicBezTo>
                  <a:pt x="3917843" y="0"/>
                  <a:pt x="4176819" y="258976"/>
                  <a:pt x="4176819" y="578440"/>
                </a:cubicBezTo>
                <a:lnTo>
                  <a:pt x="4176819" y="4564506"/>
                </a:lnTo>
                <a:lnTo>
                  <a:pt x="0" y="4564506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20787" y="549275"/>
            <a:ext cx="6561138" cy="57881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15073" y="6492240"/>
            <a:ext cx="2843784" cy="338328"/>
          </a:xfrm>
        </p:spPr>
        <p:txBody>
          <a:bodyPr/>
          <a:lstStyle/>
          <a:p>
            <a:fld id="{51CF56A9-FD41-47F4-80A0-DA74EEEC2541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832620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3776" y="603504"/>
            <a:ext cx="11201400" cy="4206240"/>
          </a:xfrm>
        </p:spPr>
        <p:txBody>
          <a:bodyPr>
            <a:normAutofit/>
          </a:bodyPr>
          <a:lstStyle>
            <a:lvl1pPr algn="ctr">
              <a:defRPr sz="27800"/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5DF3EE-4BB8-4215-E053-BF3ED1BB9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BD270-9BF1-4C68-A7FA-BA016D8BB959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3AE6E7-0083-439C-3FBC-ADE4BE86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F27A3B-009A-1790-7D93-9A1F6351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89888" y="4809744"/>
            <a:ext cx="9345168" cy="1225296"/>
          </a:xfrm>
        </p:spPr>
        <p:txBody>
          <a:bodyPr>
            <a:normAutofit/>
          </a:bodyPr>
          <a:lstStyle>
            <a:lvl1pPr marL="0" indent="0" algn="ctr">
              <a:buNone/>
              <a:defRPr sz="2800" cap="all" baseline="0"/>
            </a:lvl1pPr>
            <a:lvl2pPr marL="228600" indent="0" algn="ctr">
              <a:buNone/>
              <a:defRPr sz="2400" cap="all" baseline="0"/>
            </a:lvl2pPr>
            <a:lvl3pPr marL="457200" indent="0" algn="ctr">
              <a:buNone/>
              <a:defRPr sz="2000" cap="all" baseline="0"/>
            </a:lvl3pPr>
            <a:lvl4pPr marL="685800" indent="0" algn="ctr">
              <a:buNone/>
              <a:defRPr sz="1800" cap="all" baseline="0"/>
            </a:lvl4pPr>
            <a:lvl5pPr marL="914400" indent="0" algn="ctr">
              <a:buNone/>
              <a:defRPr sz="1600" cap="all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17403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496" y="420624"/>
            <a:ext cx="11100816" cy="4334256"/>
          </a:xfrm>
        </p:spPr>
        <p:txBody>
          <a:bodyPr>
            <a:normAutofit/>
          </a:bodyPr>
          <a:lstStyle>
            <a:lvl1pPr algn="l">
              <a:defRPr sz="27800">
                <a:solidFill>
                  <a:schemeClr val="tx1"/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5DF3EE-4BB8-4215-E053-BF3ED1BB9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023AFB7-90A6-428C-A019-BBE6272496B8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3AE6E7-0083-439C-3FBC-ADE4BE86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F27A3B-009A-1790-7D93-9A1F6351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21792" y="4873752"/>
            <a:ext cx="8439912" cy="1490472"/>
          </a:xfrm>
        </p:spPr>
        <p:txBody>
          <a:bodyPr>
            <a:normAutofit/>
          </a:bodyPr>
          <a:lstStyle>
            <a:lvl1pPr marL="0" indent="0" algn="l">
              <a:buNone/>
              <a:defRPr sz="2800" cap="all" baseline="0">
                <a:solidFill>
                  <a:schemeClr val="tx1"/>
                </a:solidFill>
              </a:defRPr>
            </a:lvl1pPr>
            <a:lvl2pPr marL="228600" indent="0" algn="l">
              <a:buNone/>
              <a:defRPr sz="2400" cap="all" baseline="0">
                <a:solidFill>
                  <a:schemeClr val="tx1"/>
                </a:solidFill>
              </a:defRPr>
            </a:lvl2pPr>
            <a:lvl3pPr marL="457200" indent="0" algn="l">
              <a:buNone/>
              <a:defRPr sz="2000" cap="all" baseline="0">
                <a:solidFill>
                  <a:schemeClr val="tx1"/>
                </a:solidFill>
              </a:defRPr>
            </a:lvl3pPr>
            <a:lvl4pPr marL="685800" indent="0" algn="l">
              <a:buNone/>
              <a:defRPr sz="1800" cap="all" baseline="0">
                <a:solidFill>
                  <a:schemeClr val="tx1"/>
                </a:solidFill>
              </a:defRPr>
            </a:lvl4pPr>
            <a:lvl5pPr marL="914400" indent="0" algn="l">
              <a:buNone/>
              <a:defRPr sz="1600" cap="all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401701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3193DB7D-955F-21DF-15DA-4285375617FC}"/>
              </a:ext>
            </a:extLst>
          </p:cNvPr>
          <p:cNvSpPr/>
          <p:nvPr userDrawn="1"/>
        </p:nvSpPr>
        <p:spPr>
          <a:xfrm>
            <a:off x="1" y="4783948"/>
            <a:ext cx="11762231" cy="2074052"/>
          </a:xfrm>
          <a:custGeom>
            <a:avLst/>
            <a:gdLst>
              <a:gd name="connsiteX0" fmla="*/ 0 w 11762231"/>
              <a:gd name="connsiteY0" fmla="*/ 0 h 2074052"/>
              <a:gd name="connsiteX1" fmla="*/ 112775 w 11762231"/>
              <a:gd name="connsiteY1" fmla="*/ 0 h 2074052"/>
              <a:gd name="connsiteX2" fmla="*/ 11102489 w 11762231"/>
              <a:gd name="connsiteY2" fmla="*/ 0 h 2074052"/>
              <a:gd name="connsiteX3" fmla="*/ 11437005 w 11762231"/>
              <a:gd name="connsiteY3" fmla="*/ 0 h 2074052"/>
              <a:gd name="connsiteX4" fmla="*/ 11762231 w 11762231"/>
              <a:gd name="connsiteY4" fmla="*/ 325226 h 2074052"/>
              <a:gd name="connsiteX5" fmla="*/ 11762231 w 11762231"/>
              <a:gd name="connsiteY5" fmla="*/ 2074052 h 2074052"/>
              <a:gd name="connsiteX6" fmla="*/ 11427715 w 11762231"/>
              <a:gd name="connsiteY6" fmla="*/ 2074052 h 2074052"/>
              <a:gd name="connsiteX7" fmla="*/ 112775 w 11762231"/>
              <a:gd name="connsiteY7" fmla="*/ 2074052 h 2074052"/>
              <a:gd name="connsiteX8" fmla="*/ 0 w 11762231"/>
              <a:gd name="connsiteY8" fmla="*/ 2074052 h 20740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762231" h="2074052">
                <a:moveTo>
                  <a:pt x="0" y="0"/>
                </a:moveTo>
                <a:lnTo>
                  <a:pt x="112775" y="0"/>
                </a:lnTo>
                <a:lnTo>
                  <a:pt x="11102489" y="0"/>
                </a:lnTo>
                <a:lnTo>
                  <a:pt x="11437005" y="0"/>
                </a:lnTo>
                <a:cubicBezTo>
                  <a:pt x="11616622" y="0"/>
                  <a:pt x="11762231" y="145609"/>
                  <a:pt x="11762231" y="325226"/>
                </a:cubicBezTo>
                <a:lnTo>
                  <a:pt x="11762231" y="2074052"/>
                </a:lnTo>
                <a:lnTo>
                  <a:pt x="11427715" y="2074052"/>
                </a:lnTo>
                <a:lnTo>
                  <a:pt x="112775" y="2074052"/>
                </a:lnTo>
                <a:lnTo>
                  <a:pt x="0" y="2074052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496" y="420624"/>
            <a:ext cx="11100816" cy="4334256"/>
          </a:xfrm>
        </p:spPr>
        <p:txBody>
          <a:bodyPr>
            <a:normAutofit/>
          </a:bodyPr>
          <a:lstStyle>
            <a:lvl1pPr algn="l">
              <a:defRPr sz="27800">
                <a:solidFill>
                  <a:schemeClr val="tx1"/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5DF3EE-4BB8-4215-E053-BF3ED1BB9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9E47A9E-7C3C-4663-841E-C89520FA85A3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3AE6E7-0083-439C-3FBC-ADE4BE86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0768" y="6492240"/>
            <a:ext cx="266090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F27A3B-009A-1790-7D93-9A1F6351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3112" y="6492240"/>
            <a:ext cx="4572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21792" y="4873752"/>
            <a:ext cx="8439912" cy="1589420"/>
          </a:xfrm>
        </p:spPr>
        <p:txBody>
          <a:bodyPr anchor="ctr">
            <a:normAutofit/>
          </a:bodyPr>
          <a:lstStyle>
            <a:lvl1pPr marL="0" indent="0" algn="l">
              <a:buNone/>
              <a:defRPr sz="2800" cap="all" baseline="0">
                <a:solidFill>
                  <a:schemeClr val="tx1"/>
                </a:solidFill>
              </a:defRPr>
            </a:lvl1pPr>
            <a:lvl2pPr marL="228600" indent="0" algn="l">
              <a:buNone/>
              <a:defRPr sz="2400" cap="all" baseline="0">
                <a:solidFill>
                  <a:schemeClr val="tx1"/>
                </a:solidFill>
              </a:defRPr>
            </a:lvl2pPr>
            <a:lvl3pPr marL="457200" indent="0" algn="l">
              <a:buNone/>
              <a:defRPr sz="2000" cap="all" baseline="0">
                <a:solidFill>
                  <a:schemeClr val="tx1"/>
                </a:solidFill>
              </a:defRPr>
            </a:lvl3pPr>
            <a:lvl4pPr marL="685800" indent="0" algn="l">
              <a:buNone/>
              <a:defRPr sz="1800" cap="all" baseline="0">
                <a:solidFill>
                  <a:schemeClr val="tx1"/>
                </a:solidFill>
              </a:defRPr>
            </a:lvl4pPr>
            <a:lvl5pPr marL="914400" indent="0" algn="l">
              <a:buNone/>
              <a:defRPr sz="1600" cap="all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477679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ED8FD-3F8D-425F-9991-7FB6FCCEC5A2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30936"/>
            <a:ext cx="8266176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653613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60B29AE-EBEF-71CC-AE38-3B2CD14FCA19}"/>
              </a:ext>
            </a:extLst>
          </p:cNvPr>
          <p:cNvSpPr/>
          <p:nvPr userDrawn="1"/>
        </p:nvSpPr>
        <p:spPr>
          <a:xfrm rot="5400000" flipV="1">
            <a:off x="-2566724" y="2566724"/>
            <a:ext cx="6399213" cy="1265765"/>
          </a:xfrm>
          <a:custGeom>
            <a:avLst/>
            <a:gdLst>
              <a:gd name="connsiteX0" fmla="*/ 0 w 6399213"/>
              <a:gd name="connsiteY0" fmla="*/ 0 h 1265765"/>
              <a:gd name="connsiteX1" fmla="*/ 0 w 6399213"/>
              <a:gd name="connsiteY1" fmla="*/ 1265765 h 1265765"/>
              <a:gd name="connsiteX2" fmla="*/ 5982881 w 6399213"/>
              <a:gd name="connsiteY2" fmla="*/ 1265765 h 1265765"/>
              <a:gd name="connsiteX3" fmla="*/ 6399213 w 6399213"/>
              <a:gd name="connsiteY3" fmla="*/ 849433 h 1265765"/>
              <a:gd name="connsiteX4" fmla="*/ 6399213 w 6399213"/>
              <a:gd name="connsiteY4" fmla="*/ 0 h 12657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99213" h="1265765">
                <a:moveTo>
                  <a:pt x="0" y="0"/>
                </a:moveTo>
                <a:lnTo>
                  <a:pt x="0" y="1265765"/>
                </a:lnTo>
                <a:lnTo>
                  <a:pt x="5982881" y="1265765"/>
                </a:lnTo>
                <a:cubicBezTo>
                  <a:pt x="6212815" y="1265765"/>
                  <a:pt x="6399213" y="1079367"/>
                  <a:pt x="6399213" y="849433"/>
                </a:cubicBezTo>
                <a:lnTo>
                  <a:pt x="6399213" y="0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6B3E3-A05B-4311-9C9A-DA8A512CAB97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798217" y="630935"/>
            <a:ext cx="8266176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14536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CEC059F-651D-D540-DF60-D6361D9C716B}"/>
              </a:ext>
            </a:extLst>
          </p:cNvPr>
          <p:cNvSpPr/>
          <p:nvPr userDrawn="1"/>
        </p:nvSpPr>
        <p:spPr>
          <a:xfrm flipV="1">
            <a:off x="1" y="6099048"/>
            <a:ext cx="10487111" cy="758952"/>
          </a:xfrm>
          <a:custGeom>
            <a:avLst/>
            <a:gdLst>
              <a:gd name="connsiteX0" fmla="*/ 0 w 10487111"/>
              <a:gd name="connsiteY0" fmla="*/ 758952 h 758952"/>
              <a:gd name="connsiteX1" fmla="*/ 10070779 w 10487111"/>
              <a:gd name="connsiteY1" fmla="*/ 758952 h 758952"/>
              <a:gd name="connsiteX2" fmla="*/ 10487111 w 10487111"/>
              <a:gd name="connsiteY2" fmla="*/ 342620 h 758952"/>
              <a:gd name="connsiteX3" fmla="*/ 10487111 w 10487111"/>
              <a:gd name="connsiteY3" fmla="*/ 0 h 758952"/>
              <a:gd name="connsiteX4" fmla="*/ 0 w 10487111"/>
              <a:gd name="connsiteY4" fmla="*/ 0 h 758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87111" h="758952">
                <a:moveTo>
                  <a:pt x="0" y="758952"/>
                </a:moveTo>
                <a:lnTo>
                  <a:pt x="10070779" y="758952"/>
                </a:lnTo>
                <a:cubicBezTo>
                  <a:pt x="10300713" y="758952"/>
                  <a:pt x="10487111" y="572554"/>
                  <a:pt x="10487111" y="342620"/>
                </a:cubicBezTo>
                <a:lnTo>
                  <a:pt x="10487111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FBAE2-1C27-41D0-8DBA-D202F753417F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068312" y="6492240"/>
            <a:ext cx="2660904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0656" y="6492240"/>
            <a:ext cx="457200" cy="338328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83464" y="1596767"/>
            <a:ext cx="9537192" cy="41422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6000" b="1"/>
            </a:lvl1pPr>
            <a:lvl2pPr marL="228600" indent="0">
              <a:lnSpc>
                <a:spcPct val="100000"/>
              </a:lnSpc>
              <a:buNone/>
              <a:defRPr sz="5400" b="1"/>
            </a:lvl2pPr>
            <a:lvl3pPr marL="457200" indent="0">
              <a:lnSpc>
                <a:spcPct val="100000"/>
              </a:lnSpc>
              <a:buNone/>
              <a:defRPr sz="4800" b="1"/>
            </a:lvl3pPr>
            <a:lvl4pPr marL="685800" indent="0">
              <a:lnSpc>
                <a:spcPct val="100000"/>
              </a:lnSpc>
              <a:buNone/>
              <a:defRPr sz="4400" b="1"/>
            </a:lvl4pPr>
            <a:lvl5pPr marL="914400" indent="0">
              <a:lnSpc>
                <a:spcPct val="100000"/>
              </a:lnSpc>
              <a:buNone/>
              <a:defRPr sz="40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1885976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99616" y="1524002"/>
            <a:ext cx="9198864" cy="2871216"/>
          </a:xfrm>
        </p:spPr>
        <p:txBody>
          <a:bodyPr anchor="ctr">
            <a:normAutofit/>
          </a:bodyPr>
          <a:lstStyle>
            <a:lvl1pPr>
              <a:lnSpc>
                <a:spcPct val="110000"/>
              </a:lnSpc>
              <a:defRPr sz="4000" cap="none" baseline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3612-8941-41EA-ABBA-F717A06C8346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5376672"/>
            <a:ext cx="9198864" cy="466344"/>
          </a:xfrm>
        </p:spPr>
        <p:txBody>
          <a:bodyPr>
            <a:normAutofit/>
          </a:bodyPr>
          <a:lstStyle>
            <a:lvl1pPr marL="0" indent="0">
              <a:buNone/>
              <a:defRPr sz="2200" b="1" cap="all" baseline="0">
                <a:solidFill>
                  <a:schemeClr val="accent1"/>
                </a:solidFill>
              </a:defRPr>
            </a:lvl1pPr>
            <a:lvl2pPr marL="228600" indent="0">
              <a:buNone/>
              <a:defRPr sz="2000" b="1" cap="all" baseline="0">
                <a:solidFill>
                  <a:schemeClr val="accent1"/>
                </a:solidFill>
              </a:defRPr>
            </a:lvl2pPr>
            <a:lvl3pPr marL="457200" indent="0">
              <a:buNone/>
              <a:defRPr sz="1800" b="1" cap="all" baseline="0">
                <a:solidFill>
                  <a:schemeClr val="accent1"/>
                </a:solidFill>
              </a:defRPr>
            </a:lvl3pPr>
            <a:lvl4pPr marL="685800" indent="0">
              <a:buNone/>
              <a:defRPr sz="1600" b="1" cap="all" baseline="0">
                <a:solidFill>
                  <a:schemeClr val="accent1"/>
                </a:solidFill>
              </a:defRPr>
            </a:lvl4pPr>
            <a:lvl5pPr marL="914400" indent="0">
              <a:buNone/>
              <a:defRPr sz="1400" b="1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Quote Author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269020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19D41517-889E-CBB7-FD17-C5FECA783B2A}"/>
              </a:ext>
            </a:extLst>
          </p:cNvPr>
          <p:cNvSpPr/>
          <p:nvPr userDrawn="1"/>
        </p:nvSpPr>
        <p:spPr>
          <a:xfrm flipV="1">
            <a:off x="0" y="823828"/>
            <a:ext cx="11385608" cy="6034172"/>
          </a:xfrm>
          <a:custGeom>
            <a:avLst/>
            <a:gdLst>
              <a:gd name="connsiteX0" fmla="*/ 0 w 11385608"/>
              <a:gd name="connsiteY0" fmla="*/ 6034172 h 6034172"/>
              <a:gd name="connsiteX1" fmla="*/ 10969276 w 11385608"/>
              <a:gd name="connsiteY1" fmla="*/ 6034172 h 6034172"/>
              <a:gd name="connsiteX2" fmla="*/ 11385608 w 11385608"/>
              <a:gd name="connsiteY2" fmla="*/ 5617840 h 6034172"/>
              <a:gd name="connsiteX3" fmla="*/ 11385608 w 11385608"/>
              <a:gd name="connsiteY3" fmla="*/ 0 h 6034172"/>
              <a:gd name="connsiteX4" fmla="*/ 0 w 11385608"/>
              <a:gd name="connsiteY4" fmla="*/ 0 h 6034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85608" h="6034172">
                <a:moveTo>
                  <a:pt x="0" y="6034172"/>
                </a:moveTo>
                <a:lnTo>
                  <a:pt x="10969276" y="6034172"/>
                </a:lnTo>
                <a:cubicBezTo>
                  <a:pt x="11199210" y="6034172"/>
                  <a:pt x="11385608" y="5847774"/>
                  <a:pt x="11385608" y="5617840"/>
                </a:cubicBezTo>
                <a:lnTo>
                  <a:pt x="11385608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768" y="1783080"/>
            <a:ext cx="8499079" cy="2249424"/>
          </a:xfrm>
        </p:spPr>
        <p:txBody>
          <a:bodyPr anchor="t">
            <a:normAutofit/>
          </a:bodyPr>
          <a:lstStyle>
            <a:lvl1pPr>
              <a:lnSpc>
                <a:spcPct val="100000"/>
              </a:lnSpc>
              <a:defRPr sz="3600" cap="none" baseline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6CD22-E4B3-48A1-94CA-B89DB574ED80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9124" y="6492240"/>
            <a:ext cx="2660904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21468" y="6492240"/>
            <a:ext cx="457200" cy="338328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9768" y="5120640"/>
            <a:ext cx="5431536" cy="1289304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b="1" cap="all" baseline="0" dirty="0"/>
            </a:lvl1pPr>
            <a:lvl2pPr marL="228600" indent="0">
              <a:buNone/>
              <a:defRPr lang="en-US" b="1" cap="all" baseline="0" dirty="0"/>
            </a:lvl2pPr>
            <a:lvl3pPr marL="457200" indent="0">
              <a:buNone/>
              <a:defRPr lang="en-US" b="1" cap="all" baseline="0" dirty="0"/>
            </a:lvl3pPr>
            <a:lvl4pPr marL="685800" indent="0">
              <a:buNone/>
              <a:defRPr lang="en-US" b="1" cap="all" baseline="0" dirty="0"/>
            </a:lvl4pPr>
            <a:lvl5pPr marL="914400" indent="0">
              <a:buNone/>
              <a:defRPr lang="en-US" b="1" cap="all" baseline="0" dirty="0"/>
            </a:lvl5pPr>
          </a:lstStyle>
          <a:p>
            <a:pPr lvl="0"/>
            <a:r>
              <a:rPr lang="en-US"/>
              <a:t>Quote Author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0466918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429768"/>
            <a:ext cx="10890374" cy="1627632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768" y="3264408"/>
            <a:ext cx="10890374" cy="2834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C38B47-093E-417D-A1C3-81EEF797AC69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26092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627318"/>
            <a:ext cx="8430768" cy="184202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3622673"/>
            <a:ext cx="8430768" cy="182880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0925D-4314-49E4-A383-289640FEB5E3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38718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294248"/>
            <a:ext cx="11164825" cy="95848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78C515B-8D5A-0268-9044-7B2013C87E0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29767" y="2020825"/>
            <a:ext cx="5212208" cy="42847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3C7061A-8ED7-8B72-BD2B-2DF67F8C7A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1622" y="2020822"/>
            <a:ext cx="5212208" cy="428472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2C59E0-667A-459A-BBD1-70DA72C3C576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664005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276166"/>
            <a:ext cx="11164824" cy="97656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767" y="1380744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211279F-0D05-3637-19CD-29468F4DD2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0213" y="2021134"/>
            <a:ext cx="5211762" cy="434315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82512" y="1380744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F1B170DE-636A-B1A9-2EAB-C426DBFB3E5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1750" y="2020888"/>
            <a:ext cx="5213350" cy="4343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6CC00B-2F01-4379-B0FD-8DA094C16FA4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834677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57784"/>
            <a:ext cx="3713996" cy="2212313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29767" y="2826137"/>
            <a:ext cx="3310128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FA23F0E6-EDAF-3A7F-5EC8-F911E9AE48E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02843" y="0"/>
            <a:ext cx="7689157" cy="6399152"/>
          </a:xfrm>
          <a:custGeom>
            <a:avLst/>
            <a:gdLst>
              <a:gd name="connsiteX0" fmla="*/ 0 w 7689157"/>
              <a:gd name="connsiteY0" fmla="*/ 0 h 6399152"/>
              <a:gd name="connsiteX1" fmla="*/ 7689157 w 7689157"/>
              <a:gd name="connsiteY1" fmla="*/ 0 h 6399152"/>
              <a:gd name="connsiteX2" fmla="*/ 7689157 w 7689157"/>
              <a:gd name="connsiteY2" fmla="*/ 6399152 h 6399152"/>
              <a:gd name="connsiteX3" fmla="*/ 578440 w 7689157"/>
              <a:gd name="connsiteY3" fmla="*/ 6399152 h 6399152"/>
              <a:gd name="connsiteX4" fmla="*/ 0 w 7689157"/>
              <a:gd name="connsiteY4" fmla="*/ 582071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89157" h="6399152">
                <a:moveTo>
                  <a:pt x="0" y="0"/>
                </a:moveTo>
                <a:lnTo>
                  <a:pt x="7689157" y="0"/>
                </a:lnTo>
                <a:lnTo>
                  <a:pt x="7689157" y="6399152"/>
                </a:lnTo>
                <a:lnTo>
                  <a:pt x="578440" y="6399152"/>
                </a:lnTo>
                <a:cubicBezTo>
                  <a:pt x="258976" y="6399152"/>
                  <a:pt x="0" y="6140176"/>
                  <a:pt x="0" y="5820712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9F103-9E7C-4D5A-827C-0D2D66EE1CD2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14638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173" y="285210"/>
            <a:ext cx="10653578" cy="96510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1172" y="1384847"/>
            <a:ext cx="10653579" cy="49051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31172" y="6490524"/>
            <a:ext cx="2841959" cy="336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fld id="{072E1B28-DB45-4001-B295-7D7933E04419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93370" y="6490524"/>
            <a:ext cx="2662834" cy="336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48431" y="6490524"/>
            <a:ext cx="457200" cy="336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84C450F2-3BB4-4AE4-8A35-A9D7AEA4C85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70990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7" r:id="rId2"/>
    <p:sldLayoutId id="2147483740" r:id="rId3"/>
    <p:sldLayoutId id="2147483686" r:id="rId4"/>
    <p:sldLayoutId id="2147483696" r:id="rId5"/>
    <p:sldLayoutId id="2147483697" r:id="rId6"/>
    <p:sldLayoutId id="2147483698" r:id="rId7"/>
    <p:sldLayoutId id="2147483699" r:id="rId8"/>
    <p:sldLayoutId id="2147483700" r:id="rId9"/>
    <p:sldLayoutId id="2147483701" r:id="rId10"/>
    <p:sldLayoutId id="2147483702" r:id="rId11"/>
    <p:sldLayoutId id="2147483703" r:id="rId12"/>
    <p:sldLayoutId id="2147483704" r:id="rId13"/>
    <p:sldLayoutId id="2147483705" r:id="rId14"/>
    <p:sldLayoutId id="2147483706" r:id="rId15"/>
    <p:sldLayoutId id="2147483707" r:id="rId16"/>
    <p:sldLayoutId id="2147483708" r:id="rId17"/>
    <p:sldLayoutId id="2147483709" r:id="rId18"/>
    <p:sldLayoutId id="2147483710" r:id="rId19"/>
    <p:sldLayoutId id="2147483711" r:id="rId20"/>
    <p:sldLayoutId id="2147483712" r:id="rId21"/>
    <p:sldLayoutId id="2147483713" r:id="rId22"/>
    <p:sldLayoutId id="2147483714" r:id="rId23"/>
    <p:sldLayoutId id="2147483715" r:id="rId24"/>
    <p:sldLayoutId id="2147483716" r:id="rId25"/>
    <p:sldLayoutId id="2147483717" r:id="rId26"/>
    <p:sldLayoutId id="2147483718" r:id="rId27"/>
    <p:sldLayoutId id="2147483719" r:id="rId28"/>
    <p:sldLayoutId id="2147483720" r:id="rId29"/>
    <p:sldLayoutId id="2147483721" r:id="rId30"/>
    <p:sldLayoutId id="2147483722" r:id="rId31"/>
    <p:sldLayoutId id="2147483723" r:id="rId32"/>
    <p:sldLayoutId id="2147483724" r:id="rId33"/>
    <p:sldLayoutId id="2147483725" r:id="rId34"/>
    <p:sldLayoutId id="2147483726" r:id="rId35"/>
    <p:sldLayoutId id="2147483727" r:id="rId36"/>
    <p:sldLayoutId id="2147483728" r:id="rId37"/>
    <p:sldLayoutId id="2147483729" r:id="rId38"/>
    <p:sldLayoutId id="2147483730" r:id="rId39"/>
    <p:sldLayoutId id="2147483731" r:id="rId40"/>
    <p:sldLayoutId id="2147483732" r:id="rId41"/>
    <p:sldLayoutId id="2147483733" r:id="rId42"/>
    <p:sldLayoutId id="2147483734" r:id="rId43"/>
    <p:sldLayoutId id="2147483735" r:id="rId44"/>
    <p:sldLayoutId id="2147483736" r:id="rId45"/>
    <p:sldLayoutId id="2147483737" r:id="rId4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3.xml"/><Relationship Id="rId4" Type="http://schemas.openxmlformats.org/officeDocument/2006/relationships/image" Target="../media/image3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0A38E9-D21E-DE68-38AC-F56AEA15B3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2899" y="3429000"/>
            <a:ext cx="10423641" cy="2621154"/>
          </a:xfrm>
        </p:spPr>
        <p:txBody>
          <a:bodyPr anchor="b">
            <a:noAutofit/>
          </a:bodyPr>
          <a:lstStyle/>
          <a:p>
            <a:pPr algn="ctr"/>
            <a:r>
              <a:rPr lang="en-US" sz="4000" dirty="0"/>
              <a:t>Planning as Autoregressive Sequence Modelling: Decoding Strategies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4D864-A6BD-C75F-9B88-BAB58775A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52151" y="413225"/>
            <a:ext cx="7685139" cy="1414091"/>
          </a:xfrm>
        </p:spPr>
        <p:txBody>
          <a:bodyPr anchor="t">
            <a:normAutofit/>
          </a:bodyPr>
          <a:lstStyle/>
          <a:p>
            <a:pPr algn="ctr"/>
            <a:r>
              <a:rPr lang="en-US" dirty="0"/>
              <a:t>By Dian Kruger </a:t>
            </a:r>
          </a:p>
          <a:p>
            <a:pPr algn="ctr"/>
            <a:r>
              <a:rPr lang="en-US" dirty="0"/>
              <a:t>Supervised by Shane Josias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3B60C5C2-A596-7FEB-7260-D4D75F7F79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1172" y="6490524"/>
            <a:ext cx="2841959" cy="336141"/>
          </a:xfrm>
        </p:spPr>
        <p:txBody>
          <a:bodyPr/>
          <a:lstStyle/>
          <a:p>
            <a:pPr lvl="0"/>
            <a:fld id="{A2C196D7-201A-4A3A-B9FA-EDBCED2083FF}" type="datetime1">
              <a:rPr lang="en-US" noProof="0" smtClean="0"/>
              <a:t>7/21/2026</a:t>
            </a:fld>
            <a:endParaRPr lang="en-US" noProof="0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6247F861-42CF-FE05-F8FD-7EBB0D76F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48431" y="6490524"/>
            <a:ext cx="457200" cy="336141"/>
          </a:xfrm>
        </p:spPr>
        <p:txBody>
          <a:bodyPr/>
          <a:lstStyle/>
          <a:p>
            <a:pPr lvl="0"/>
            <a:fld id="{84C450F2-3BB4-4AE4-8A35-A9D7AEA4C850}" type="slidenum">
              <a:rPr lang="en-US" noProof="0" smtClean="0"/>
              <a:pPr lvl="0"/>
              <a:t>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1826145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144A5-0283-F980-85F3-EE51746FC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111854"/>
            <a:ext cx="3945468" cy="1389888"/>
          </a:xfrm>
        </p:spPr>
        <p:txBody>
          <a:bodyPr/>
          <a:lstStyle/>
          <a:p>
            <a:r>
              <a:rPr lang="en-US" dirty="0"/>
              <a:t>What is planning?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385359-5FD3-D5C8-1467-F7082543AA4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84372" y="5111854"/>
            <a:ext cx="6168356" cy="1389888"/>
          </a:xfrm>
        </p:spPr>
        <p:txBody>
          <a:bodyPr>
            <a:normAutofit/>
          </a:bodyPr>
          <a:lstStyle/>
          <a:p>
            <a:r>
              <a:rPr lang="en-ZA" dirty="0"/>
              <a:t>Planning is deciding which actions to take, and in what order so that an environment changes from the initial state to the goal state.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466051-9A8D-AB51-EEFB-7677CCB2BB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BDD37E-812B-468F-B489-3911FC6F6723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74FC93-FE33-B17E-E50C-7ED72B635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2</a:t>
            </a:fld>
            <a:endParaRPr lang="en-US" dirty="0"/>
          </a:p>
        </p:txBody>
      </p:sp>
      <p:pic>
        <p:nvPicPr>
          <p:cNvPr id="21" name="Picture Placeholder 20">
            <a:extLst>
              <a:ext uri="{FF2B5EF4-FFF2-40B4-BE49-F238E27FC236}">
                <a16:creationId xmlns:a16="http://schemas.microsoft.com/office/drawing/2014/main" id="{D19C0D14-551C-6902-65E3-855D7DC74CED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/>
          <a:srcRect t="8715" b="8715"/>
          <a:stretch/>
        </p:blipFill>
        <p:spPr>
          <a:custGeom>
            <a:avLst/>
            <a:gdLst>
              <a:gd name="connsiteX0" fmla="*/ 0 w 11750040"/>
              <a:gd name="connsiteY0" fmla="*/ 0 h 4724868"/>
              <a:gd name="connsiteX1" fmla="*/ 11750040 w 11750040"/>
              <a:gd name="connsiteY1" fmla="*/ 0 h 4724868"/>
              <a:gd name="connsiteX2" fmla="*/ 11750040 w 11750040"/>
              <a:gd name="connsiteY2" fmla="*/ 4122872 h 4724868"/>
              <a:gd name="connsiteX3" fmla="*/ 11148044 w 11750040"/>
              <a:gd name="connsiteY3" fmla="*/ 4724868 h 4724868"/>
              <a:gd name="connsiteX4" fmla="*/ 0 w 11750040"/>
              <a:gd name="connsiteY4" fmla="*/ 4724868 h 4724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50040" h="4724868">
                <a:moveTo>
                  <a:pt x="0" y="0"/>
                </a:moveTo>
                <a:lnTo>
                  <a:pt x="11750040" y="0"/>
                </a:lnTo>
                <a:lnTo>
                  <a:pt x="11750040" y="4122872"/>
                </a:lnTo>
                <a:cubicBezTo>
                  <a:pt x="11750040" y="4455345"/>
                  <a:pt x="11480517" y="4724868"/>
                  <a:pt x="11148044" y="4724868"/>
                </a:cubicBezTo>
                <a:lnTo>
                  <a:pt x="0" y="4724868"/>
                </a:lnTo>
                <a:close/>
              </a:path>
            </a:pathLst>
          </a:custGeom>
          <a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</p:pic>
    </p:spTree>
    <p:extLst>
      <p:ext uri="{BB962C8B-B14F-4D97-AF65-F5344CB8AC3E}">
        <p14:creationId xmlns:p14="http://schemas.microsoft.com/office/powerpoint/2010/main" val="33134500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B750E1-014E-2F32-5FE0-025C27322A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13391" y="1350090"/>
            <a:ext cx="6035040" cy="1143000"/>
          </a:xfrm>
        </p:spPr>
        <p:txBody>
          <a:bodyPr/>
          <a:lstStyle/>
          <a:p>
            <a:r>
              <a:rPr lang="en-US" dirty="0"/>
              <a:t>Why learn to plan from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6B70B6-B9DD-8293-E045-C9E0BE21FEB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50408" y="3018503"/>
            <a:ext cx="6035040" cy="3106994"/>
          </a:xfrm>
        </p:spPr>
        <p:txBody>
          <a:bodyPr>
            <a:normAutofit/>
          </a:bodyPr>
          <a:lstStyle/>
          <a:p>
            <a:r>
              <a:rPr lang="en-ZA" dirty="0"/>
              <a:t>Machines can learn to automatically solve planning problems.</a:t>
            </a:r>
          </a:p>
          <a:p>
            <a:r>
              <a:rPr lang="en-ZA" dirty="0"/>
              <a:t>This can be done through trial and error, using techniques like reinforcement learning.</a:t>
            </a:r>
          </a:p>
          <a:p>
            <a:r>
              <a:rPr lang="en-US" dirty="0"/>
              <a:t>Learning through trial and error can be risky in </a:t>
            </a:r>
            <a:r>
              <a:rPr lang="en-ZA" dirty="0"/>
              <a:t>safety-critical or expensive settings.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908E80-2392-A58F-EEB2-EE6337888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376D00-6106-43BB-8923-18C7A7C520E4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2FBC74-35D9-C062-A1B7-A5F83C6DD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3</a:t>
            </a:fld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2BA4FC5A-6CAE-E819-40E0-DC046C5E2B9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538" b="26284"/>
          <a:stretch>
            <a:fillRect/>
          </a:stretch>
        </p:blipFill>
        <p:spPr>
          <a:xfrm>
            <a:off x="339673" y="716677"/>
            <a:ext cx="4956625" cy="2124846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A7DBFE00-5AE3-DAFF-ADFB-7ECA63EA38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72" y="2894550"/>
            <a:ext cx="4956625" cy="3304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9275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255C6-1E2E-E4BD-2E9F-B3321C22A2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411480"/>
            <a:ext cx="11045952" cy="1828800"/>
          </a:xfrm>
        </p:spPr>
        <p:txBody>
          <a:bodyPr>
            <a:normAutofit/>
          </a:bodyPr>
          <a:lstStyle/>
          <a:p>
            <a:r>
              <a:rPr lang="en-US" sz="5400" dirty="0"/>
              <a:t>Our planning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2C04E6-B771-F1FA-85F4-B7984DE55A8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99675" y="2799826"/>
            <a:ext cx="5202936" cy="385876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ZA" dirty="0"/>
              <a:t>The environment is a discrete 2D maze represented as a grid.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A" dirty="0"/>
              <a:t>A move can go only up, down, left, or right.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A" dirty="0"/>
              <a:t>A start square and a goal square are given.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A" dirty="0"/>
              <a:t>The objective is to generate a valid sequence of moves that reaches the goal without passing through walls.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E602D5-209F-C183-95CC-735D34DC9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0712A-E8AC-4933-9DE4-16CA7BD51374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CDC894-A40D-FD0D-CF41-FEE5AF09B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4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AB84902-E785-8F5B-B935-EAF5A17D5A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735" y="2331411"/>
            <a:ext cx="3590606" cy="3568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65233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D2400-94AD-31F6-37F1-0D9392194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B50A7-8097-B5C9-4E58-9ED8D14AD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ZA" dirty="0"/>
              <a:t>Imitation learning in the maze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461AE3-EE8B-D6AA-C542-739A07913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C5C81-4B4A-4C1A-B255-174CB9D3D2AE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20D08B-C7CA-70C3-F459-4B8F8CFD3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5</a:t>
            </a:fld>
            <a:endParaRPr lang="en-US" dirty="0"/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9FFB69D8-516E-7C15-C374-333935BF265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371" t="25402" r="3015" b="7606"/>
          <a:stretch>
            <a:fillRect/>
          </a:stretch>
        </p:blipFill>
        <p:spPr>
          <a:xfrm>
            <a:off x="821724" y="1814552"/>
            <a:ext cx="10343927" cy="4119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43724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2F81C-2BD8-A4FA-1C47-752CDA281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172" y="553616"/>
            <a:ext cx="7914087" cy="1373507"/>
          </a:xfrm>
        </p:spPr>
        <p:txBody>
          <a:bodyPr>
            <a:normAutofit/>
          </a:bodyPr>
          <a:lstStyle/>
          <a:p>
            <a:r>
              <a:rPr lang="en-US" sz="4400" dirty="0"/>
              <a:t>Generative modelling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7E3DB6-9604-119A-147D-87313E70E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E2E664-B024-4B15-A27C-3009EED3249B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167AE3-F49B-E352-A529-8E3AAB9EE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6</a:t>
            </a:fld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84752B4-2BB2-523B-315F-8AF42556ED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6844" y="1396644"/>
            <a:ext cx="3676130" cy="518000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8292EDC-94B2-7670-DD1E-F822107453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4349" y="1631758"/>
            <a:ext cx="4257675" cy="4257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86905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E93CC-7878-3F9C-490A-BA8D866AA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C9AB6-DB6C-D776-4013-DDE4C83175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2275" y="5622668"/>
            <a:ext cx="10729725" cy="1389888"/>
          </a:xfrm>
        </p:spPr>
        <p:txBody>
          <a:bodyPr>
            <a:normAutofit/>
          </a:bodyPr>
          <a:lstStyle/>
          <a:p>
            <a:r>
              <a:rPr lang="en-ZA" dirty="0"/>
              <a:t>Autoregressive sequence modelling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07D946-7418-59A3-2925-ED8A62A82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BDD37E-812B-468F-B489-3911FC6F6723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2330D7-F498-4AFE-55A9-2B2FA2DA2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7</a:t>
            </a:fld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4CFDC81-3919-BACE-B0DB-026BB306DB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1975"/>
          <a:stretch>
            <a:fillRect/>
          </a:stretch>
        </p:blipFill>
        <p:spPr>
          <a:xfrm>
            <a:off x="1313109" y="885074"/>
            <a:ext cx="9565781" cy="4303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8150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0B8ADF-C73D-B52F-091C-81EED860C6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172" y="553617"/>
            <a:ext cx="7914087" cy="1039210"/>
          </a:xfrm>
        </p:spPr>
        <p:txBody>
          <a:bodyPr>
            <a:normAutofit/>
          </a:bodyPr>
          <a:lstStyle/>
          <a:p>
            <a:r>
              <a:rPr lang="en-ZA" sz="4000" dirty="0"/>
              <a:t>Decoding algorithms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FEFA78-484F-5F22-6C55-1FE43C668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F1D09-6B76-4716-AD3D-9F53166D3BF5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42F5BB-B1BC-45BD-69E1-71A49FE89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8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2DF5C0-157E-6BBF-81F6-6B47F172EE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6845" t="13477" r="26130" b="9821"/>
          <a:stretch>
            <a:fillRect/>
          </a:stretch>
        </p:blipFill>
        <p:spPr>
          <a:xfrm>
            <a:off x="3273131" y="1230266"/>
            <a:ext cx="5733218" cy="5260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42409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16A5B-3571-7354-43CA-A48BB8FFC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E4DA6-4528-62DB-9DFC-8C0C9B4E4F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Greedy decoding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886147-0C41-CB5B-5298-369A212498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C5C81-4B4A-4C1A-B255-174CB9D3D2AE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9240C3-32B4-9068-48BD-FC4D50A8A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9</a:t>
            </a:fld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7A32FB92-FCF3-8FA8-23DA-959E14E519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9266" b="24160"/>
          <a:stretch>
            <a:fillRect/>
          </a:stretch>
        </p:blipFill>
        <p:spPr>
          <a:xfrm>
            <a:off x="1213122" y="2174989"/>
            <a:ext cx="9581066" cy="3265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59655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30FF55-DA12-474B-B04B-C513F183C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B9B32-329A-A142-5227-6F80E9CEB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Beam search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9712A4A-D3AD-0497-0639-690A3A4949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C5C81-4B4A-4C1A-B255-174CB9D3D2AE}" type="datetime1">
              <a:rPr lang="en-US" smtClean="0"/>
              <a:t>7/21/2026</a:t>
            </a:fld>
            <a:endParaRPr lang="en-US" dirty="0"/>
          </a:p>
        </p:txBody>
      </p:sp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AFE519F3-8316-72AD-43E9-4EFEBDC4B4E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14575" y="1384300"/>
            <a:ext cx="7358062" cy="4905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39873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79F20-7FE0-9464-CC8C-AAB74EE17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Evaluation metrics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072345-EDED-4266-CFF8-650FF0BB1E47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/>
          </a:bodyPr>
          <a:lstStyle/>
          <a:p>
            <a:r>
              <a:rPr lang="en-US" sz="1800" dirty="0"/>
              <a:t>Completion Rate</a:t>
            </a:r>
          </a:p>
          <a:p>
            <a:r>
              <a:rPr lang="en-US" dirty="0"/>
              <a:t>Average Steps to Goal</a:t>
            </a:r>
          </a:p>
          <a:p>
            <a:r>
              <a:rPr lang="en-US" dirty="0"/>
              <a:t>Average Compute Time</a:t>
            </a:r>
          </a:p>
          <a:p>
            <a:r>
              <a:rPr lang="en-US" sz="1800" dirty="0"/>
              <a:t>Average Time per Step</a:t>
            </a:r>
          </a:p>
        </p:txBody>
      </p:sp>
      <p:pic>
        <p:nvPicPr>
          <p:cNvPr id="9" name="Picture Placeholder 8" descr="A group of wood blocks">
            <a:extLst>
              <a:ext uri="{FF2B5EF4-FFF2-40B4-BE49-F238E27FC236}">
                <a16:creationId xmlns:a16="http://schemas.microsoft.com/office/drawing/2014/main" id="{606BD1CA-C191-4496-8931-F725453418B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5205E06-DEAE-0DD1-4D36-DFAC6C725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5A4445-5DD2-41DC-BDE3-6A90E266904E}" type="datetime1">
              <a:rPr lang="en-US" smtClean="0"/>
              <a:t>7/21/2026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13793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20F23-1809-2CC4-1A94-F826616D2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dirty="0"/>
              <a:t>Dataset and evaluation approach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1637022-DCFB-D715-6963-519C0744D0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2671" y="95807"/>
            <a:ext cx="6853084" cy="3892307"/>
          </a:xfrm>
          <a:prstGeom prst="rect">
            <a:avLst/>
          </a:prstGeom>
        </p:spPr>
      </p:pic>
      <p:pic>
        <p:nvPicPr>
          <p:cNvPr id="20" name="Picture 19" descr="Cross-Validation in Machine Learning: Enhancing Model Performance with  Confidence | by Shubham Sangole | Python in Plain English">
            <a:extLst>
              <a:ext uri="{FF2B5EF4-FFF2-40B4-BE49-F238E27FC236}">
                <a16:creationId xmlns:a16="http://schemas.microsoft.com/office/drawing/2014/main" id="{4C90AECA-D406-82D3-3B1C-BBCCFB2495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2226" b="11574"/>
          <a:stretch>
            <a:fillRect/>
          </a:stretch>
        </p:blipFill>
        <p:spPr>
          <a:xfrm>
            <a:off x="5948516" y="4265189"/>
            <a:ext cx="4729997" cy="1946544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EFA499B-6479-5759-BC07-6A920825A7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059" y="2251469"/>
            <a:ext cx="3590855" cy="3572566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23A773D6-620F-A595-6B4F-C3AB8858190A}"/>
              </a:ext>
            </a:extLst>
          </p:cNvPr>
          <p:cNvSpPr txBox="1"/>
          <p:nvPr/>
        </p:nvSpPr>
        <p:spPr>
          <a:xfrm>
            <a:off x="1072522" y="5932890"/>
            <a:ext cx="29620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sz="1200" dirty="0"/>
              <a:t>example of a training trajectory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F1C8F4F-582B-83FC-7F29-20EB68ACBA35}"/>
              </a:ext>
            </a:extLst>
          </p:cNvPr>
          <p:cNvSpPr txBox="1"/>
          <p:nvPr/>
        </p:nvSpPr>
        <p:spPr>
          <a:xfrm>
            <a:off x="7163606" y="3989047"/>
            <a:ext cx="29620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sz="1200" dirty="0"/>
              <a:t>The eight maze layouts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5B024FC-4C75-3495-95DA-43136A1F69C9}"/>
              </a:ext>
            </a:extLst>
          </p:cNvPr>
          <p:cNvSpPr txBox="1"/>
          <p:nvPr/>
        </p:nvSpPr>
        <p:spPr>
          <a:xfrm>
            <a:off x="7099789" y="6209889"/>
            <a:ext cx="29620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sz="1200" dirty="0"/>
              <a:t>5-fold cross validation </a:t>
            </a:r>
          </a:p>
        </p:txBody>
      </p:sp>
    </p:spTree>
    <p:extLst>
      <p:ext uri="{BB962C8B-B14F-4D97-AF65-F5344CB8AC3E}">
        <p14:creationId xmlns:p14="http://schemas.microsoft.com/office/powerpoint/2010/main" val="35998440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3383F-E446-BF47-55B5-BCEBBC8F3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69176-D1DD-0103-09B3-65170FC8D8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6135" y="1339713"/>
            <a:ext cx="7914087" cy="1039210"/>
          </a:xfrm>
        </p:spPr>
        <p:txBody>
          <a:bodyPr>
            <a:normAutofit/>
          </a:bodyPr>
          <a:lstStyle/>
          <a:p>
            <a:r>
              <a:rPr lang="en-ZA" sz="4000" dirty="0"/>
              <a:t>results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267E27-D60E-C692-9F08-F66276C869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F1D09-6B76-4716-AD3D-9F53166D3BF5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8392F8-2CFF-E932-616A-8669A9EEC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13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C399AA6-0D2D-9887-248A-56253F93B11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22" t="-2487" r="47598" b="50000"/>
          <a:stretch>
            <a:fillRect/>
          </a:stretch>
        </p:blipFill>
        <p:spPr>
          <a:xfrm>
            <a:off x="6014783" y="3108644"/>
            <a:ext cx="4741707" cy="346251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B43B24F-3256-6B3A-2B92-73A37749D0F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1158" t="-2487" r="-1222" b="50000"/>
          <a:stretch>
            <a:fillRect/>
          </a:stretch>
        </p:blipFill>
        <p:spPr>
          <a:xfrm>
            <a:off x="258559" y="3108645"/>
            <a:ext cx="4640826" cy="346442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BD20680-C0D6-8E1D-E345-54E8B53EC2F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57" b="3856"/>
          <a:stretch>
            <a:fillRect/>
          </a:stretch>
        </p:blipFill>
        <p:spPr>
          <a:xfrm>
            <a:off x="6014782" y="286844"/>
            <a:ext cx="4741707" cy="2692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01264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6BA28-7B5B-3D59-0D23-C072A5C2A5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172" y="553616"/>
            <a:ext cx="7914087" cy="1166649"/>
          </a:xfrm>
        </p:spPr>
        <p:txBody>
          <a:bodyPr/>
          <a:lstStyle/>
          <a:p>
            <a:r>
              <a:rPr lang="en-US" dirty="0"/>
              <a:t>Future work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443BCF-B6AE-B157-B5A8-60575A5F5E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1172" y="1126728"/>
            <a:ext cx="7914087" cy="4011941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ZA" dirty="0"/>
              <a:t>Test how strongly the results depend on training on optimal trajectories.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ZA" dirty="0"/>
              <a:t>Compare additional decoding strategies beyond greedy and beam search.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ZA" dirty="0"/>
              <a:t>Explore combining model probabilities with reward-based guidance during decoding.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59490C-0AC8-DB82-0D8F-BF8C4A553A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EE0C6-06DB-432B-A080-77CD90ED5127}" type="datetime1">
              <a:rPr lang="en-US" smtClean="0"/>
              <a:t>7/21/2026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B62AC7-4EBD-6C7B-71E2-19F58FD8E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27305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B074F-424A-01DC-173E-EC133782E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5A966-0701-F0EA-2285-2FA62D1363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2060" y="1129476"/>
            <a:ext cx="10423641" cy="2621154"/>
          </a:xfrm>
        </p:spPr>
        <p:txBody>
          <a:bodyPr anchor="b">
            <a:noAutofit/>
          </a:bodyPr>
          <a:lstStyle/>
          <a:p>
            <a:pPr algn="ctr"/>
            <a:r>
              <a:rPr lang="en-US" sz="4000" dirty="0"/>
              <a:t>Q&amp;A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07A5A71D-CB5B-72F8-C189-676EE91542C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1172" y="6490524"/>
            <a:ext cx="2841959" cy="336141"/>
          </a:xfrm>
        </p:spPr>
        <p:txBody>
          <a:bodyPr/>
          <a:lstStyle/>
          <a:p>
            <a:pPr lvl="0"/>
            <a:fld id="{A2C196D7-201A-4A3A-B9FA-EDBCED2083FF}" type="datetime1">
              <a:rPr lang="en-US" noProof="0" smtClean="0"/>
              <a:t>7/21/2026</a:t>
            </a:fld>
            <a:endParaRPr lang="en-US" noProof="0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2E9A7931-AE08-1A55-6269-7DD334FCA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48431" y="6490524"/>
            <a:ext cx="457200" cy="336141"/>
          </a:xfrm>
        </p:spPr>
        <p:txBody>
          <a:bodyPr/>
          <a:lstStyle/>
          <a:p>
            <a:pPr lvl="0"/>
            <a:fld id="{84C450F2-3BB4-4AE4-8A35-A9D7AEA4C850}" type="slidenum">
              <a:rPr lang="en-US" noProof="0" smtClean="0"/>
              <a:pPr lvl="0"/>
              <a:t>15</a:t>
            </a:fld>
            <a:endParaRPr lang="en-US" noProof="0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84B5D9F8-7AB1-BA2F-D27A-3BEFE7504F3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495218164"/>
      </p:ext>
    </p:extLst>
  </p:cSld>
  <p:clrMapOvr>
    <a:masterClrMapping/>
  </p:clrMapOvr>
</p:sld>
</file>

<file path=ppt/theme/theme1.xml><?xml version="1.0" encoding="utf-8"?>
<a:theme xmlns:a="http://schemas.openxmlformats.org/drawingml/2006/main" name="OasisVTI">
  <a:themeElements>
    <a:clrScheme name="Oasis">
      <a:dk1>
        <a:srgbClr val="131313"/>
      </a:dk1>
      <a:lt1>
        <a:sysClr val="window" lastClr="FFFFFF"/>
      </a:lt1>
      <a:dk2>
        <a:srgbClr val="3D3C33"/>
      </a:dk2>
      <a:lt2>
        <a:srgbClr val="F0EDE6"/>
      </a:lt2>
      <a:accent1>
        <a:srgbClr val="A57361"/>
      </a:accent1>
      <a:accent2>
        <a:srgbClr val="BE8856"/>
      </a:accent2>
      <a:accent3>
        <a:srgbClr val="BD9075"/>
      </a:accent3>
      <a:accent4>
        <a:srgbClr val="939081"/>
      </a:accent4>
      <a:accent5>
        <a:srgbClr val="A16D4C"/>
      </a:accent5>
      <a:accent6>
        <a:srgbClr val="8C8662"/>
      </a:accent6>
      <a:hlink>
        <a:srgbClr val="A57361"/>
      </a:hlink>
      <a:folHlink>
        <a:srgbClr val="8C8662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asis_win32_DN_V3" id="{65F5DFDA-B6D8-4F37-85B8-E95C858FA146}" vid="{998F2FB7-179B-41D4-99FF-60A4C828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D6282DC-5D67-4C19-9A05-C65D9BF7BC78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12135656-72CC-4564-823F-B30D0299644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3667383-B7F3-43FC-8965-135FDDEABCC5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{3E650A2B-8A82-45A5-9838-E0D8EDC68903}05f950ec-c865-457c-93ae-9eb2ef1c603f-TFa19fa653-f273-4169-96ef-448bb1cd1027_win32</Template>
  <TotalTime>1829</TotalTime>
  <Words>262</Words>
  <Application>Microsoft Office PowerPoint</Application>
  <PresentationFormat>Widescreen</PresentationFormat>
  <Paragraphs>64</Paragraphs>
  <Slides>15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Neue Haas Grotesk Text Pro</vt:lpstr>
      <vt:lpstr>OasisVTI</vt:lpstr>
      <vt:lpstr>Planning as Autoregressive Sequence Modelling: Decoding Strategies</vt:lpstr>
      <vt:lpstr>What is planning?</vt:lpstr>
      <vt:lpstr>Why learn to plan from data?</vt:lpstr>
      <vt:lpstr>Our planning problem</vt:lpstr>
      <vt:lpstr>Imitation learning in the maze</vt:lpstr>
      <vt:lpstr>Generative modelling</vt:lpstr>
      <vt:lpstr>Autoregressive sequence modelling</vt:lpstr>
      <vt:lpstr>Decoding algorithms</vt:lpstr>
      <vt:lpstr>Greedy decoding</vt:lpstr>
      <vt:lpstr>Beam search</vt:lpstr>
      <vt:lpstr>Evaluation metrics</vt:lpstr>
      <vt:lpstr>Dataset and evaluation approach</vt:lpstr>
      <vt:lpstr>results</vt:lpstr>
      <vt:lpstr>Future work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Kruger, D, Mr [27127699@sun.ac.za]</dc:creator>
  <cp:lastModifiedBy>Kruger, D, Mr [27127699@sun.ac.za]</cp:lastModifiedBy>
  <cp:revision>16</cp:revision>
  <dcterms:created xsi:type="dcterms:W3CDTF">2026-07-03T09:26:06Z</dcterms:created>
  <dcterms:modified xsi:type="dcterms:W3CDTF">2026-07-21T09:56:08Z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